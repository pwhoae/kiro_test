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60" r:id="rId6"/>
    <p:sldId id="264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0C66DC-8954-274D-CDEF-2AD909A20754}" v="15" dt="2025-04-22T05:47:20.664"/>
    <p1510:client id="{61C61D5A-9704-C601-6C89-3734D6D04B11}" v="450" dt="2025-04-21T18:10:21.305"/>
    <p1510:client id="{806589A2-DDAB-520A-F6C7-F392231908A4}" v="31" dt="2025-04-21T16:16:16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 Po Wa" userId="S::pwhoae@connect.ust.hk::117daab9-5a54-490c-9316-91f44428aa12" providerId="AD" clId="Web-{61C61D5A-9704-C601-6C89-3734D6D04B11}"/>
    <pc:docChg chg="addSld delSld modSld">
      <pc:chgData name="HO Po Wa" userId="S::pwhoae@connect.ust.hk::117daab9-5a54-490c-9316-91f44428aa12" providerId="AD" clId="Web-{61C61D5A-9704-C601-6C89-3734D6D04B11}" dt="2025-04-21T18:10:42.118" v="717" actId="20577"/>
      <pc:docMkLst>
        <pc:docMk/>
      </pc:docMkLst>
      <pc:sldChg chg="addSp delSp modSp mod setBg">
        <pc:chgData name="HO Po Wa" userId="S::pwhoae@connect.ust.hk::117daab9-5a54-490c-9316-91f44428aa12" providerId="AD" clId="Web-{61C61D5A-9704-C601-6C89-3734D6D04B11}" dt="2025-04-21T17:04:42.995" v="333" actId="14100"/>
        <pc:sldMkLst>
          <pc:docMk/>
          <pc:sldMk cId="109857222" sldId="256"/>
        </pc:sldMkLst>
        <pc:spChg chg="mod">
          <ac:chgData name="HO Po Wa" userId="S::pwhoae@connect.ust.hk::117daab9-5a54-490c-9316-91f44428aa12" providerId="AD" clId="Web-{61C61D5A-9704-C601-6C89-3734D6D04B11}" dt="2025-04-21T17:04:25.620" v="32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O Po Wa" userId="S::pwhoae@connect.ust.hk::117daab9-5a54-490c-9316-91f44428aa12" providerId="AD" clId="Web-{61C61D5A-9704-C601-6C89-3734D6D04B11}" dt="2025-04-21T17:04:42.995" v="333" actId="14100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HO Po Wa" userId="S::pwhoae@connect.ust.hk::117daab9-5a54-490c-9316-91f44428aa12" providerId="AD" clId="Web-{61C61D5A-9704-C601-6C89-3734D6D04B11}" dt="2025-04-21T17:03:50.775" v="319"/>
          <ac:spMkLst>
            <pc:docMk/>
            <pc:sldMk cId="109857222" sldId="256"/>
            <ac:spMk id="8" creationId="{4522B21E-B2B9-4C72-9A71-C87EFD137480}"/>
          </ac:spMkLst>
        </pc:spChg>
        <pc:spChg chg="add del">
          <ac:chgData name="HO Po Wa" userId="S::pwhoae@connect.ust.hk::117daab9-5a54-490c-9316-91f44428aa12" providerId="AD" clId="Web-{61C61D5A-9704-C601-6C89-3734D6D04B11}" dt="2025-04-21T17:03:50.775" v="319"/>
          <ac:spMkLst>
            <pc:docMk/>
            <pc:sldMk cId="109857222" sldId="256"/>
            <ac:spMk id="10" creationId="{5EB7D2A2-F448-44D4-938C-DC84CBCB3B1E}"/>
          </ac:spMkLst>
        </pc:spChg>
        <pc:spChg chg="add del">
          <ac:chgData name="HO Po Wa" userId="S::pwhoae@connect.ust.hk::117daab9-5a54-490c-9316-91f44428aa12" providerId="AD" clId="Web-{61C61D5A-9704-C601-6C89-3734D6D04B11}" dt="2025-04-21T17:03:50.775" v="319"/>
          <ac:spMkLst>
            <pc:docMk/>
            <pc:sldMk cId="109857222" sldId="256"/>
            <ac:spMk id="12" creationId="{871AEA07-1E14-44B4-8E55-64EF049CD66F}"/>
          </ac:spMkLst>
        </pc:spChg>
        <pc:spChg chg="add del">
          <ac:chgData name="HO Po Wa" userId="S::pwhoae@connect.ust.hk::117daab9-5a54-490c-9316-91f44428aa12" providerId="AD" clId="Web-{61C61D5A-9704-C601-6C89-3734D6D04B11}" dt="2025-04-21T17:04:25.620" v="327"/>
          <ac:spMkLst>
            <pc:docMk/>
            <pc:sldMk cId="109857222" sldId="256"/>
            <ac:spMk id="19" creationId="{4522B21E-B2B9-4C72-9A71-C87EFD137480}"/>
          </ac:spMkLst>
        </pc:spChg>
        <pc:spChg chg="add del">
          <ac:chgData name="HO Po Wa" userId="S::pwhoae@connect.ust.hk::117daab9-5a54-490c-9316-91f44428aa12" providerId="AD" clId="Web-{61C61D5A-9704-C601-6C89-3734D6D04B11}" dt="2025-04-21T17:04:25.620" v="327"/>
          <ac:spMkLst>
            <pc:docMk/>
            <pc:sldMk cId="109857222" sldId="256"/>
            <ac:spMk id="21" creationId="{5EB7D2A2-F448-44D4-938C-DC84CBCB3B1E}"/>
          </ac:spMkLst>
        </pc:spChg>
        <pc:spChg chg="add del">
          <ac:chgData name="HO Po Wa" userId="S::pwhoae@connect.ust.hk::117daab9-5a54-490c-9316-91f44428aa12" providerId="AD" clId="Web-{61C61D5A-9704-C601-6C89-3734D6D04B11}" dt="2025-04-21T17:04:25.620" v="327"/>
          <ac:spMkLst>
            <pc:docMk/>
            <pc:sldMk cId="109857222" sldId="256"/>
            <ac:spMk id="23" creationId="{871AEA07-1E14-44B4-8E55-64EF049CD66F}"/>
          </ac:spMkLst>
        </pc:spChg>
        <pc:spChg chg="add del">
          <ac:chgData name="HO Po Wa" userId="S::pwhoae@connect.ust.hk::117daab9-5a54-490c-9316-91f44428aa12" providerId="AD" clId="Web-{61C61D5A-9704-C601-6C89-3734D6D04B11}" dt="2025-04-21T17:04:17.369" v="324"/>
          <ac:spMkLst>
            <pc:docMk/>
            <pc:sldMk cId="109857222" sldId="256"/>
            <ac:spMk id="30" creationId="{9095C1F4-AE7F-44E4-8693-40D3D6831140}"/>
          </ac:spMkLst>
        </pc:spChg>
        <pc:spChg chg="add">
          <ac:chgData name="HO Po Wa" userId="S::pwhoae@connect.ust.hk::117daab9-5a54-490c-9316-91f44428aa12" providerId="AD" clId="Web-{61C61D5A-9704-C601-6C89-3734D6D04B11}" dt="2025-04-21T17:04:25.620" v="327"/>
          <ac:spMkLst>
            <pc:docMk/>
            <pc:sldMk cId="109857222" sldId="256"/>
            <ac:spMk id="34" creationId="{C7F28D52-2A5F-4D23-81AE-7CB8B591C7AF}"/>
          </ac:spMkLst>
        </pc:spChg>
        <pc:spChg chg="add del">
          <ac:chgData name="HO Po Wa" userId="S::pwhoae@connect.ust.hk::117daab9-5a54-490c-9316-91f44428aa12" providerId="AD" clId="Web-{61C61D5A-9704-C601-6C89-3734D6D04B11}" dt="2025-04-21T17:04:17.369" v="324"/>
          <ac:spMkLst>
            <pc:docMk/>
            <pc:sldMk cId="109857222" sldId="256"/>
            <ac:spMk id="36" creationId="{871AEA07-1E14-44B4-8E55-64EF049CD66F}"/>
          </ac:spMkLst>
        </pc:spChg>
        <pc:spChg chg="add del">
          <ac:chgData name="HO Po Wa" userId="S::pwhoae@connect.ust.hk::117daab9-5a54-490c-9316-91f44428aa12" providerId="AD" clId="Web-{61C61D5A-9704-C601-6C89-3734D6D04B11}" dt="2025-04-21T17:04:25.620" v="326"/>
          <ac:spMkLst>
            <pc:docMk/>
            <pc:sldMk cId="109857222" sldId="256"/>
            <ac:spMk id="38" creationId="{D5B339F4-93B9-4E04-9721-143AD6782EA9}"/>
          </ac:spMkLst>
        </pc:spChg>
        <pc:spChg chg="add del">
          <ac:chgData name="HO Po Wa" userId="S::pwhoae@connect.ust.hk::117daab9-5a54-490c-9316-91f44428aa12" providerId="AD" clId="Web-{61C61D5A-9704-C601-6C89-3734D6D04B11}" dt="2025-04-21T17:04:25.620" v="326"/>
          <ac:spMkLst>
            <pc:docMk/>
            <pc:sldMk cId="109857222" sldId="256"/>
            <ac:spMk id="40" creationId="{871AEA07-1E14-44B4-8E55-64EF049CD66F}"/>
          </ac:spMkLst>
        </pc:spChg>
        <pc:spChg chg="add">
          <ac:chgData name="HO Po Wa" userId="S::pwhoae@connect.ust.hk::117daab9-5a54-490c-9316-91f44428aa12" providerId="AD" clId="Web-{61C61D5A-9704-C601-6C89-3734D6D04B11}" dt="2025-04-21T17:04:25.620" v="327"/>
          <ac:spMkLst>
            <pc:docMk/>
            <pc:sldMk cId="109857222" sldId="256"/>
            <ac:spMk id="42" creationId="{FFD48BC7-DC40-47DE-87EE-9F4B6ECB9ABB}"/>
          </ac:spMkLst>
        </pc:spChg>
        <pc:spChg chg="add">
          <ac:chgData name="HO Po Wa" userId="S::pwhoae@connect.ust.hk::117daab9-5a54-490c-9316-91f44428aa12" providerId="AD" clId="Web-{61C61D5A-9704-C601-6C89-3734D6D04B11}" dt="2025-04-21T17:04:25.620" v="327"/>
          <ac:spMkLst>
            <pc:docMk/>
            <pc:sldMk cId="109857222" sldId="256"/>
            <ac:spMk id="43" creationId="{E502BBC7-2C76-46F3-BC24-5985BC13DB88}"/>
          </ac:spMkLst>
        </pc:spChg>
        <pc:spChg chg="add">
          <ac:chgData name="HO Po Wa" userId="S::pwhoae@connect.ust.hk::117daab9-5a54-490c-9316-91f44428aa12" providerId="AD" clId="Web-{61C61D5A-9704-C601-6C89-3734D6D04B11}" dt="2025-04-21T17:04:25.620" v="327"/>
          <ac:spMkLst>
            <pc:docMk/>
            <pc:sldMk cId="109857222" sldId="256"/>
            <ac:spMk id="44" creationId="{3629484E-3792-4B3D-89AD-7C8A1ED0E0D4}"/>
          </ac:spMkLst>
        </pc:spChg>
        <pc:grpChg chg="add del">
          <ac:chgData name="HO Po Wa" userId="S::pwhoae@connect.ust.hk::117daab9-5a54-490c-9316-91f44428aa12" providerId="AD" clId="Web-{61C61D5A-9704-C601-6C89-3734D6D04B11}" dt="2025-04-21T17:04:17.369" v="324"/>
          <ac:grpSpMkLst>
            <pc:docMk/>
            <pc:sldMk cId="109857222" sldId="256"/>
            <ac:grpSpMk id="32" creationId="{8734DDD3-F723-4DD3-8ABE-EC0B2AC87D74}"/>
          </ac:grpSpMkLst>
        </pc:grpChg>
        <pc:grpChg chg="add del">
          <ac:chgData name="HO Po Wa" userId="S::pwhoae@connect.ust.hk::117daab9-5a54-490c-9316-91f44428aa12" providerId="AD" clId="Web-{61C61D5A-9704-C601-6C89-3734D6D04B11}" dt="2025-04-21T17:04:25.620" v="326"/>
          <ac:grpSpMkLst>
            <pc:docMk/>
            <pc:sldMk cId="109857222" sldId="256"/>
            <ac:grpSpMk id="39" creationId="{8734DDD3-F723-4DD3-8ABE-EC0B2AC87D74}"/>
          </ac:grpSpMkLst>
        </pc:grpChg>
        <pc:cxnChg chg="add del">
          <ac:chgData name="HO Po Wa" userId="S::pwhoae@connect.ust.hk::117daab9-5a54-490c-9316-91f44428aa12" providerId="AD" clId="Web-{61C61D5A-9704-C601-6C89-3734D6D04B11}" dt="2025-04-21T17:03:50.775" v="319"/>
          <ac:cxnSpMkLst>
            <pc:docMk/>
            <pc:sldMk cId="109857222" sldId="256"/>
            <ac:cxnSpMk id="14" creationId="{F7C8EA93-3210-4C62-99E9-153C275E3A87}"/>
          </ac:cxnSpMkLst>
        </pc:cxnChg>
        <pc:cxnChg chg="add del">
          <ac:chgData name="HO Po Wa" userId="S::pwhoae@connect.ust.hk::117daab9-5a54-490c-9316-91f44428aa12" providerId="AD" clId="Web-{61C61D5A-9704-C601-6C89-3734D6D04B11}" dt="2025-04-21T17:04:25.620" v="327"/>
          <ac:cxnSpMkLst>
            <pc:docMk/>
            <pc:sldMk cId="109857222" sldId="256"/>
            <ac:cxnSpMk id="25" creationId="{F7C8EA93-3210-4C62-99E9-153C275E3A87}"/>
          </ac:cxnSpMkLst>
        </pc:cxnChg>
      </pc:sldChg>
      <pc:sldChg chg="addSp delSp modSp">
        <pc:chgData name="HO Po Wa" userId="S::pwhoae@connect.ust.hk::117daab9-5a54-490c-9316-91f44428aa12" providerId="AD" clId="Web-{61C61D5A-9704-C601-6C89-3734D6D04B11}" dt="2025-04-21T17:10:41.774" v="406" actId="1076"/>
        <pc:sldMkLst>
          <pc:docMk/>
          <pc:sldMk cId="839847092" sldId="257"/>
        </pc:sldMkLst>
        <pc:spChg chg="mod">
          <ac:chgData name="HO Po Wa" userId="S::pwhoae@connect.ust.hk::117daab9-5a54-490c-9316-91f44428aa12" providerId="AD" clId="Web-{61C61D5A-9704-C601-6C89-3734D6D04B11}" dt="2025-04-21T16:52:44.235" v="244"/>
          <ac:spMkLst>
            <pc:docMk/>
            <pc:sldMk cId="839847092" sldId="257"/>
            <ac:spMk id="2" creationId="{F8A89BD9-AF6B-22FD-2900-4BE0FB7A5CF9}"/>
          </ac:spMkLst>
        </pc:spChg>
        <pc:spChg chg="add del mod">
          <ac:chgData name="HO Po Wa" userId="S::pwhoae@connect.ust.hk::117daab9-5a54-490c-9316-91f44428aa12" providerId="AD" clId="Web-{61C61D5A-9704-C601-6C89-3734D6D04B11}" dt="2025-04-21T16:28:21.870" v="128"/>
          <ac:spMkLst>
            <pc:docMk/>
            <pc:sldMk cId="839847092" sldId="257"/>
            <ac:spMk id="3" creationId="{7E6ABBD5-A573-8204-7355-7BB1B62644DB}"/>
          </ac:spMkLst>
        </pc:spChg>
        <pc:spChg chg="del">
          <ac:chgData name="HO Po Wa" userId="S::pwhoae@connect.ust.hk::117daab9-5a54-490c-9316-91f44428aa12" providerId="AD" clId="Web-{61C61D5A-9704-C601-6C89-3734D6D04B11}" dt="2025-04-21T16:52:44.235" v="244"/>
          <ac:spMkLst>
            <pc:docMk/>
            <pc:sldMk cId="839847092" sldId="257"/>
            <ac:spMk id="15" creationId="{D5B0017B-2ECA-49AF-B397-DC140825DF8D}"/>
          </ac:spMkLst>
        </pc:spChg>
        <pc:spChg chg="del">
          <ac:chgData name="HO Po Wa" userId="S::pwhoae@connect.ust.hk::117daab9-5a54-490c-9316-91f44428aa12" providerId="AD" clId="Web-{61C61D5A-9704-C601-6C89-3734D6D04B11}" dt="2025-04-21T16:52:44.235" v="244"/>
          <ac:spMkLst>
            <pc:docMk/>
            <pc:sldMk cId="839847092" sldId="257"/>
            <ac:spMk id="27" creationId="{B6CDA21F-E7AF-4C75-8395-33F58D5B0E45}"/>
          </ac:spMkLst>
        </pc:spChg>
        <pc:spChg chg="del">
          <ac:chgData name="HO Po Wa" userId="S::pwhoae@connect.ust.hk::117daab9-5a54-490c-9316-91f44428aa12" providerId="AD" clId="Web-{61C61D5A-9704-C601-6C89-3734D6D04B11}" dt="2025-04-21T16:52:10.890" v="241"/>
          <ac:spMkLst>
            <pc:docMk/>
            <pc:sldMk cId="839847092" sldId="257"/>
            <ac:spMk id="32" creationId="{CF10B552-3B1B-A775-8F46-3B91B6BE4267}"/>
          </ac:spMkLst>
        </pc:spChg>
        <pc:spChg chg="add">
          <ac:chgData name="HO Po Wa" userId="S::pwhoae@connect.ust.hk::117daab9-5a54-490c-9316-91f44428aa12" providerId="AD" clId="Web-{61C61D5A-9704-C601-6C89-3734D6D04B11}" dt="2025-04-21T16:52:44.235" v="244"/>
          <ac:spMkLst>
            <pc:docMk/>
            <pc:sldMk cId="839847092" sldId="257"/>
            <ac:spMk id="160" creationId="{B50AB553-2A96-4A92-96F2-93548E096954}"/>
          </ac:spMkLst>
        </pc:spChg>
        <pc:spChg chg="add del mod">
          <ac:chgData name="HO Po Wa" userId="S::pwhoae@connect.ust.hk::117daab9-5a54-490c-9316-91f44428aa12" providerId="AD" clId="Web-{61C61D5A-9704-C601-6C89-3734D6D04B11}" dt="2025-04-21T16:52:37.079" v="243"/>
          <ac:spMkLst>
            <pc:docMk/>
            <pc:sldMk cId="839847092" sldId="257"/>
            <ac:spMk id="399" creationId="{E96F487B-0007-DB97-0874-D58512B5DED3}"/>
          </ac:spMkLst>
        </pc:spChg>
        <pc:grpChg chg="del">
          <ac:chgData name="HO Po Wa" userId="S::pwhoae@connect.ust.hk::117daab9-5a54-490c-9316-91f44428aa12" providerId="AD" clId="Web-{61C61D5A-9704-C601-6C89-3734D6D04B11}" dt="2025-04-21T16:52:44.235" v="244"/>
          <ac:grpSpMkLst>
            <pc:docMk/>
            <pc:sldMk cId="839847092" sldId="257"/>
            <ac:grpSpMk id="28" creationId="{AE1C45F0-260A-458C-96ED-C1F6D2151219}"/>
          </ac:grpSpMkLst>
        </pc:grpChg>
        <pc:graphicFrameChg chg="add del mod modGraphic">
          <ac:chgData name="HO Po Wa" userId="S::pwhoae@connect.ust.hk::117daab9-5a54-490c-9316-91f44428aa12" providerId="AD" clId="Web-{61C61D5A-9704-C601-6C89-3734D6D04B11}" dt="2025-04-21T16:50:03.901" v="214"/>
          <ac:graphicFrameMkLst>
            <pc:docMk/>
            <pc:sldMk cId="839847092" sldId="257"/>
            <ac:graphicFrameMk id="4" creationId="{792FDF9A-12CE-C0E7-2104-C58AC51ECBC2}"/>
          </ac:graphicFrameMkLst>
        </pc:graphicFrameChg>
        <pc:graphicFrameChg chg="add mod modGraphic">
          <ac:chgData name="HO Po Wa" userId="S::pwhoae@connect.ust.hk::117daab9-5a54-490c-9316-91f44428aa12" providerId="AD" clId="Web-{61C61D5A-9704-C601-6C89-3734D6D04B11}" dt="2025-04-21T17:10:29.242" v="404" actId="20577"/>
          <ac:graphicFrameMkLst>
            <pc:docMk/>
            <pc:sldMk cId="839847092" sldId="257"/>
            <ac:graphicFrameMk id="154" creationId="{F6A1DBDF-0461-8A5A-DAA3-C526BADC6747}"/>
          </ac:graphicFrameMkLst>
        </pc:graphicFrameChg>
        <pc:picChg chg="add">
          <ac:chgData name="HO Po Wa" userId="S::pwhoae@connect.ust.hk::117daab9-5a54-490c-9316-91f44428aa12" providerId="AD" clId="Web-{61C61D5A-9704-C601-6C89-3734D6D04B11}" dt="2025-04-21T16:52:44.235" v="244"/>
          <ac:picMkLst>
            <pc:docMk/>
            <pc:sldMk cId="839847092" sldId="257"/>
            <ac:picMk id="156" creationId="{981AC2E4-EE3E-4524-5062-AEF308AA63CA}"/>
          </ac:picMkLst>
        </pc:picChg>
        <pc:picChg chg="add mod">
          <ac:chgData name="HO Po Wa" userId="S::pwhoae@connect.ust.hk::117daab9-5a54-490c-9316-91f44428aa12" providerId="AD" clId="Web-{61C61D5A-9704-C601-6C89-3734D6D04B11}" dt="2025-04-21T17:08:09.018" v="378" actId="1076"/>
          <ac:picMkLst>
            <pc:docMk/>
            <pc:sldMk cId="839847092" sldId="257"/>
            <ac:picMk id="721" creationId="{3CFE16B3-913E-0242-6169-25A6393F8856}"/>
          </ac:picMkLst>
        </pc:picChg>
        <pc:picChg chg="add mod">
          <ac:chgData name="HO Po Wa" userId="S::pwhoae@connect.ust.hk::117daab9-5a54-490c-9316-91f44428aa12" providerId="AD" clId="Web-{61C61D5A-9704-C601-6C89-3734D6D04B11}" dt="2025-04-21T17:10:41.774" v="406" actId="1076"/>
          <ac:picMkLst>
            <pc:docMk/>
            <pc:sldMk cId="839847092" sldId="257"/>
            <ac:picMk id="729" creationId="{3266FA86-10FA-9037-97D2-43BA76667584}"/>
          </ac:picMkLst>
        </pc:picChg>
        <pc:picChg chg="add mod modCrop">
          <ac:chgData name="HO Po Wa" userId="S::pwhoae@connect.ust.hk::117daab9-5a54-490c-9316-91f44428aa12" providerId="AD" clId="Web-{61C61D5A-9704-C601-6C89-3734D6D04B11}" dt="2025-04-21T17:10:31.195" v="405" actId="1076"/>
          <ac:picMkLst>
            <pc:docMk/>
            <pc:sldMk cId="839847092" sldId="257"/>
            <ac:picMk id="744" creationId="{EF6D66FE-7AD0-E905-4366-436C478930D8}"/>
          </ac:picMkLst>
        </pc:picChg>
        <pc:cxnChg chg="del">
          <ac:chgData name="HO Po Wa" userId="S::pwhoae@connect.ust.hk::117daab9-5a54-490c-9316-91f44428aa12" providerId="AD" clId="Web-{61C61D5A-9704-C601-6C89-3734D6D04B11}" dt="2025-04-21T16:52:44.235" v="244"/>
          <ac:cxnSpMkLst>
            <pc:docMk/>
            <pc:sldMk cId="839847092" sldId="257"/>
            <ac:cxnSpMk id="17" creationId="{6CF1BAF6-AD41-4082-B212-8A1F9A2E8779}"/>
          </ac:cxnSpMkLst>
        </pc:cxnChg>
      </pc:sldChg>
      <pc:sldChg chg="addSp delSp modSp add replId">
        <pc:chgData name="HO Po Wa" userId="S::pwhoae@connect.ust.hk::117daab9-5a54-490c-9316-91f44428aa12" providerId="AD" clId="Web-{61C61D5A-9704-C601-6C89-3734D6D04B11}" dt="2025-04-21T17:41:11.488" v="547" actId="14100"/>
        <pc:sldMkLst>
          <pc:docMk/>
          <pc:sldMk cId="3851536649" sldId="258"/>
        </pc:sldMkLst>
        <pc:spChg chg="mod">
          <ac:chgData name="HO Po Wa" userId="S::pwhoae@connect.ust.hk::117daab9-5a54-490c-9316-91f44428aa12" providerId="AD" clId="Web-{61C61D5A-9704-C601-6C89-3734D6D04B11}" dt="2025-04-21T17:41:11.488" v="547" actId="14100"/>
          <ac:spMkLst>
            <pc:docMk/>
            <pc:sldMk cId="3851536649" sldId="258"/>
            <ac:spMk id="2" creationId="{76F89C90-761D-9B59-9989-6D974FF220E1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32:58.782" v="410"/>
          <ac:spMkLst>
            <pc:docMk/>
            <pc:sldMk cId="3851536649" sldId="258"/>
            <ac:spMk id="14" creationId="{59C1FD93-4C2F-C1BA-EF8A-C68BBFC89F12}"/>
          </ac:spMkLst>
        </pc:spChg>
        <pc:spChg chg="del">
          <ac:chgData name="HO Po Wa" userId="S::pwhoae@connect.ust.hk::117daab9-5a54-490c-9316-91f44428aa12" providerId="AD" clId="Web-{61C61D5A-9704-C601-6C89-3734D6D04B11}" dt="2025-04-21T16:32:21.769" v="159"/>
          <ac:spMkLst>
            <pc:docMk/>
            <pc:sldMk cId="3851536649" sldId="258"/>
            <ac:spMk id="15" creationId="{38925FA5-EF9A-7AF6-668D-FA8DAAC6F9DC}"/>
          </ac:spMkLst>
        </pc:spChg>
        <pc:spChg chg="del">
          <ac:chgData name="HO Po Wa" userId="S::pwhoae@connect.ust.hk::117daab9-5a54-490c-9316-91f44428aa12" providerId="AD" clId="Web-{61C61D5A-9704-C601-6C89-3734D6D04B11}" dt="2025-04-21T16:32:21.769" v="159"/>
          <ac:spMkLst>
            <pc:docMk/>
            <pc:sldMk cId="3851536649" sldId="258"/>
            <ac:spMk id="27" creationId="{C7825972-30BF-7CC1-4E68-D301DFCEEC25}"/>
          </ac:spMkLst>
        </pc:spChg>
        <pc:spChg chg="add del mod">
          <ac:chgData name="HO Po Wa" userId="S::pwhoae@connect.ust.hk::117daab9-5a54-490c-9316-91f44428aa12" providerId="AD" clId="Web-{61C61D5A-9704-C601-6C89-3734D6D04B11}" dt="2025-04-21T16:31:15.189" v="135"/>
          <ac:spMkLst>
            <pc:docMk/>
            <pc:sldMk cId="3851536649" sldId="258"/>
            <ac:spMk id="32" creationId="{9FB18A8D-D8B8-D015-365D-37658ABEB2D0}"/>
          </ac:spMkLst>
        </pc:spChg>
        <pc:spChg chg="add del">
          <ac:chgData name="HO Po Wa" userId="S::pwhoae@connect.ust.hk::117daab9-5a54-490c-9316-91f44428aa12" providerId="AD" clId="Web-{61C61D5A-9704-C601-6C89-3734D6D04B11}" dt="2025-04-21T17:36:33.493" v="471"/>
          <ac:spMkLst>
            <pc:docMk/>
            <pc:sldMk cId="3851536649" sldId="258"/>
            <ac:spMk id="41" creationId="{31293F9B-599E-4871-A414-757225FA346A}"/>
          </ac:spMkLst>
        </pc:spChg>
        <pc:spChg chg="add del">
          <ac:chgData name="HO Po Wa" userId="S::pwhoae@connect.ust.hk::117daab9-5a54-490c-9316-91f44428aa12" providerId="AD" clId="Web-{61C61D5A-9704-C601-6C89-3734D6D04B11}" dt="2025-04-21T17:36:33.493" v="471"/>
          <ac:spMkLst>
            <pc:docMk/>
            <pc:sldMk cId="3851536649" sldId="258"/>
            <ac:spMk id="43" creationId="{E5F17139-31EE-46AC-B04F-DBBD852DD6CB}"/>
          </ac:spMkLst>
        </pc:spChg>
        <pc:spChg chg="add del">
          <ac:chgData name="HO Po Wa" userId="S::pwhoae@connect.ust.hk::117daab9-5a54-490c-9316-91f44428aa12" providerId="AD" clId="Web-{61C61D5A-9704-C601-6C89-3734D6D04B11}" dt="2025-04-21T17:36:33.071" v="470"/>
          <ac:spMkLst>
            <pc:docMk/>
            <pc:sldMk cId="3851536649" sldId="258"/>
            <ac:spMk id="67" creationId="{BACC6370-2D7E-4714-9D71-7542949D7D5D}"/>
          </ac:spMkLst>
        </pc:spChg>
        <pc:spChg chg="add del">
          <ac:chgData name="HO Po Wa" userId="S::pwhoae@connect.ust.hk::117daab9-5a54-490c-9316-91f44428aa12" providerId="AD" clId="Web-{61C61D5A-9704-C601-6C89-3734D6D04B11}" dt="2025-04-21T17:36:33.071" v="470"/>
          <ac:spMkLst>
            <pc:docMk/>
            <pc:sldMk cId="3851536649" sldId="258"/>
            <ac:spMk id="69" creationId="{F68B3F68-107C-434F-AA38-110D5EA91B85}"/>
          </ac:spMkLst>
        </pc:spChg>
        <pc:spChg chg="add del">
          <ac:chgData name="HO Po Wa" userId="S::pwhoae@connect.ust.hk::117daab9-5a54-490c-9316-91f44428aa12" providerId="AD" clId="Web-{61C61D5A-9704-C601-6C89-3734D6D04B11}" dt="2025-04-21T17:36:33.071" v="470"/>
          <ac:spMkLst>
            <pc:docMk/>
            <pc:sldMk cId="3851536649" sldId="258"/>
            <ac:spMk id="71" creationId="{AAD0DBB9-1A4B-4391-81D4-CB19F9AB918A}"/>
          </ac:spMkLst>
        </pc:spChg>
        <pc:spChg chg="add del">
          <ac:chgData name="HO Po Wa" userId="S::pwhoae@connect.ust.hk::117daab9-5a54-490c-9316-91f44428aa12" providerId="AD" clId="Web-{61C61D5A-9704-C601-6C89-3734D6D04B11}" dt="2025-04-21T17:36:33.071" v="470"/>
          <ac:spMkLst>
            <pc:docMk/>
            <pc:sldMk cId="3851536649" sldId="258"/>
            <ac:spMk id="73" creationId="{063BBA22-50EA-4C4D-BE05-F1CE4E63AA56}"/>
          </ac:spMkLst>
        </pc:spChg>
        <pc:spChg chg="add del">
          <ac:chgData name="HO Po Wa" userId="S::pwhoae@connect.ust.hk::117daab9-5a54-490c-9316-91f44428aa12" providerId="AD" clId="Web-{61C61D5A-9704-C601-6C89-3734D6D04B11}" dt="2025-04-21T17:40:42.081" v="540"/>
          <ac:spMkLst>
            <pc:docMk/>
            <pc:sldMk cId="3851536649" sldId="258"/>
            <ac:spMk id="75" creationId="{2E442304-DDBD-4F7B-8017-36BCC863FB40}"/>
          </ac:spMkLst>
        </pc:spChg>
        <pc:spChg chg="add del">
          <ac:chgData name="HO Po Wa" userId="S::pwhoae@connect.ust.hk::117daab9-5a54-490c-9316-91f44428aa12" providerId="AD" clId="Web-{61C61D5A-9704-C601-6C89-3734D6D04B11}" dt="2025-04-21T17:40:42.081" v="540"/>
          <ac:spMkLst>
            <pc:docMk/>
            <pc:sldMk cId="3851536649" sldId="258"/>
            <ac:spMk id="76" creationId="{5E107275-3853-46FD-A241-DE4355A42675}"/>
          </ac:spMkLst>
        </pc:spChg>
        <pc:spChg chg="add">
          <ac:chgData name="HO Po Wa" userId="S::pwhoae@connect.ust.hk::117daab9-5a54-490c-9316-91f44428aa12" providerId="AD" clId="Web-{61C61D5A-9704-C601-6C89-3734D6D04B11}" dt="2025-04-21T17:40:42.081" v="540"/>
          <ac:spMkLst>
            <pc:docMk/>
            <pc:sldMk cId="3851536649" sldId="258"/>
            <ac:spMk id="81" creationId="{F3060C83-F051-4F0E-ABAD-AA0DFC48B218}"/>
          </ac:spMkLst>
        </pc:spChg>
        <pc:spChg chg="add">
          <ac:chgData name="HO Po Wa" userId="S::pwhoae@connect.ust.hk::117daab9-5a54-490c-9316-91f44428aa12" providerId="AD" clId="Web-{61C61D5A-9704-C601-6C89-3734D6D04B11}" dt="2025-04-21T17:40:42.081" v="540"/>
          <ac:spMkLst>
            <pc:docMk/>
            <pc:sldMk cId="3851536649" sldId="258"/>
            <ac:spMk id="83" creationId="{83C98ABE-055B-441F-B07E-44F97F083C39}"/>
          </ac:spMkLst>
        </pc:spChg>
        <pc:spChg chg="add">
          <ac:chgData name="HO Po Wa" userId="S::pwhoae@connect.ust.hk::117daab9-5a54-490c-9316-91f44428aa12" providerId="AD" clId="Web-{61C61D5A-9704-C601-6C89-3734D6D04B11}" dt="2025-04-21T17:40:42.081" v="540"/>
          <ac:spMkLst>
            <pc:docMk/>
            <pc:sldMk cId="3851536649" sldId="258"/>
            <ac:spMk id="85" creationId="{29FDB030-9B49-4CED-8CCD-4D99382388AC}"/>
          </ac:spMkLst>
        </pc:spChg>
        <pc:spChg chg="add">
          <ac:chgData name="HO Po Wa" userId="S::pwhoae@connect.ust.hk::117daab9-5a54-490c-9316-91f44428aa12" providerId="AD" clId="Web-{61C61D5A-9704-C601-6C89-3734D6D04B11}" dt="2025-04-21T17:40:42.081" v="540"/>
          <ac:spMkLst>
            <pc:docMk/>
            <pc:sldMk cId="3851536649" sldId="258"/>
            <ac:spMk id="87" creationId="{3783CA14-24A1-485C-8B30-D6A5D87987AD}"/>
          </ac:spMkLst>
        </pc:spChg>
        <pc:spChg chg="add">
          <ac:chgData name="HO Po Wa" userId="S::pwhoae@connect.ust.hk::117daab9-5a54-490c-9316-91f44428aa12" providerId="AD" clId="Web-{61C61D5A-9704-C601-6C89-3734D6D04B11}" dt="2025-04-21T17:40:42.081" v="540"/>
          <ac:spMkLst>
            <pc:docMk/>
            <pc:sldMk cId="3851536649" sldId="258"/>
            <ac:spMk id="89" creationId="{9A97C86A-04D6-40F7-AE84-31AB43E6A846}"/>
          </ac:spMkLst>
        </pc:spChg>
        <pc:spChg chg="add">
          <ac:chgData name="HO Po Wa" userId="S::pwhoae@connect.ust.hk::117daab9-5a54-490c-9316-91f44428aa12" providerId="AD" clId="Web-{61C61D5A-9704-C601-6C89-3734D6D04B11}" dt="2025-04-21T17:40:42.081" v="540"/>
          <ac:spMkLst>
            <pc:docMk/>
            <pc:sldMk cId="3851536649" sldId="258"/>
            <ac:spMk id="91" creationId="{FF9F2414-84E8-453E-B1F3-389FDE8192D9}"/>
          </ac:spMkLst>
        </pc:spChg>
        <pc:spChg chg="add">
          <ac:chgData name="HO Po Wa" userId="S::pwhoae@connect.ust.hk::117daab9-5a54-490c-9316-91f44428aa12" providerId="AD" clId="Web-{61C61D5A-9704-C601-6C89-3734D6D04B11}" dt="2025-04-21T17:40:42.081" v="540"/>
          <ac:spMkLst>
            <pc:docMk/>
            <pc:sldMk cId="3851536649" sldId="258"/>
            <ac:spMk id="93" creationId="{3ECA69A1-7536-43AC-85EF-C7106179F5ED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36:47.947" v="480"/>
          <ac:spMkLst>
            <pc:docMk/>
            <pc:sldMk cId="3851536649" sldId="258"/>
            <ac:spMk id="350" creationId="{AEE19230-D77B-DE91-EBA4-9569A180812D}"/>
          </ac:spMkLst>
        </pc:spChg>
        <pc:grpChg chg="del">
          <ac:chgData name="HO Po Wa" userId="S::pwhoae@connect.ust.hk::117daab9-5a54-490c-9316-91f44428aa12" providerId="AD" clId="Web-{61C61D5A-9704-C601-6C89-3734D6D04B11}" dt="2025-04-21T16:32:21.769" v="159"/>
          <ac:grpSpMkLst>
            <pc:docMk/>
            <pc:sldMk cId="3851536649" sldId="258"/>
            <ac:grpSpMk id="28" creationId="{353744A3-7240-D2DC-D9C5-FE33BEB458E5}"/>
          </ac:grpSpMkLst>
        </pc:grpChg>
        <pc:grpChg chg="add del">
          <ac:chgData name="HO Po Wa" userId="S::pwhoae@connect.ust.hk::117daab9-5a54-490c-9316-91f44428aa12" providerId="AD" clId="Web-{61C61D5A-9704-C601-6C89-3734D6D04B11}" dt="2025-04-21T17:36:33.493" v="471"/>
          <ac:grpSpMkLst>
            <pc:docMk/>
            <pc:sldMk cId="3851536649" sldId="258"/>
            <ac:grpSpMk id="45" creationId="{53883AA7-7F86-41F8-A1D8-06E9886E7632}"/>
          </ac:grpSpMkLst>
        </pc:grpChg>
        <pc:grpChg chg="add del">
          <ac:chgData name="HO Po Wa" userId="S::pwhoae@connect.ust.hk::117daab9-5a54-490c-9316-91f44428aa12" providerId="AD" clId="Web-{61C61D5A-9704-C601-6C89-3734D6D04B11}" dt="2025-04-21T17:36:33.493" v="471"/>
          <ac:grpSpMkLst>
            <pc:docMk/>
            <pc:sldMk cId="3851536649" sldId="258"/>
            <ac:grpSpMk id="49" creationId="{71A8B53C-ED2D-4081-AC0C-F87A9D4B3AFD}"/>
          </ac:grpSpMkLst>
        </pc:grpChg>
        <pc:graphicFrameChg chg="add del mod ord modGraphic">
          <ac:chgData name="HO Po Wa" userId="S::pwhoae@connect.ust.hk::117daab9-5a54-490c-9316-91f44428aa12" providerId="AD" clId="Web-{61C61D5A-9704-C601-6C89-3734D6D04B11}" dt="2025-04-21T17:41:08.550" v="546" actId="1076"/>
          <ac:graphicFrameMkLst>
            <pc:docMk/>
            <pc:sldMk cId="3851536649" sldId="258"/>
            <ac:graphicFrameMk id="15" creationId="{57C62C25-B9F1-A146-9FA5-9775524AAE90}"/>
          </ac:graphicFrameMkLst>
        </pc:graphicFrameChg>
        <pc:graphicFrameChg chg="add del">
          <ac:chgData name="HO Po Wa" userId="S::pwhoae@connect.ust.hk::117daab9-5a54-490c-9316-91f44428aa12" providerId="AD" clId="Web-{61C61D5A-9704-C601-6C89-3734D6D04B11}" dt="2025-04-21T16:31:15.158" v="134"/>
          <ac:graphicFrameMkLst>
            <pc:docMk/>
            <pc:sldMk cId="3851536649" sldId="258"/>
            <ac:graphicFrameMk id="34" creationId="{F89C3984-0415-2211-00C6-1C58AEC8AD9F}"/>
          </ac:graphicFrameMkLst>
        </pc:graphicFrameChg>
        <pc:graphicFrameChg chg="add del mod modGraphic">
          <ac:chgData name="HO Po Wa" userId="S::pwhoae@connect.ust.hk::117daab9-5a54-490c-9316-91f44428aa12" providerId="AD" clId="Web-{61C61D5A-9704-C601-6C89-3734D6D04B11}" dt="2025-04-21T17:32:35.390" v="409"/>
          <ac:graphicFrameMkLst>
            <pc:docMk/>
            <pc:sldMk cId="3851536649" sldId="258"/>
            <ac:graphicFrameMk id="36" creationId="{F3D9291A-30FA-6505-6F30-FB028685653C}"/>
          </ac:graphicFrameMkLst>
        </pc:graphicFrameChg>
        <pc:picChg chg="add del mod">
          <ac:chgData name="HO Po Wa" userId="S::pwhoae@connect.ust.hk::117daab9-5a54-490c-9316-91f44428aa12" providerId="AD" clId="Web-{61C61D5A-9704-C601-6C89-3734D6D04B11}" dt="2025-04-21T16:29:45.467" v="129"/>
          <ac:picMkLst>
            <pc:docMk/>
            <pc:sldMk cId="3851536649" sldId="258"/>
            <ac:picMk id="3" creationId="{4910C519-9D4B-FD9F-E965-BA7A78FE765D}"/>
          </ac:picMkLst>
        </pc:picChg>
        <pc:cxnChg chg="del">
          <ac:chgData name="HO Po Wa" userId="S::pwhoae@connect.ust.hk::117daab9-5a54-490c-9316-91f44428aa12" providerId="AD" clId="Web-{61C61D5A-9704-C601-6C89-3734D6D04B11}" dt="2025-04-21T16:32:21.769" v="159"/>
          <ac:cxnSpMkLst>
            <pc:docMk/>
            <pc:sldMk cId="3851536649" sldId="258"/>
            <ac:cxnSpMk id="17" creationId="{D85F8E0C-135B-D9CC-A105-EA8343AB9B3B}"/>
          </ac:cxnSpMkLst>
        </pc:cxnChg>
      </pc:sldChg>
      <pc:sldChg chg="addSp delSp modSp add del replId">
        <pc:chgData name="HO Po Wa" userId="S::pwhoae@connect.ust.hk::117daab9-5a54-490c-9316-91f44428aa12" providerId="AD" clId="Web-{61C61D5A-9704-C601-6C89-3734D6D04B11}" dt="2025-04-21T16:53:19.752" v="246"/>
        <pc:sldMkLst>
          <pc:docMk/>
          <pc:sldMk cId="4074382129" sldId="259"/>
        </pc:sldMkLst>
        <pc:spChg chg="mod">
          <ac:chgData name="HO Po Wa" userId="S::pwhoae@connect.ust.hk::117daab9-5a54-490c-9316-91f44428aa12" providerId="AD" clId="Web-{61C61D5A-9704-C601-6C89-3734D6D04B11}" dt="2025-04-21T16:35:07.385" v="178" actId="20577"/>
          <ac:spMkLst>
            <pc:docMk/>
            <pc:sldMk cId="4074382129" sldId="259"/>
            <ac:spMk id="2" creationId="{694CCDDC-BF40-5D99-60D6-BC3F0DFB910B}"/>
          </ac:spMkLst>
        </pc:spChg>
        <pc:spChg chg="del">
          <ac:chgData name="HO Po Wa" userId="S::pwhoae@connect.ust.hk::117daab9-5a54-490c-9316-91f44428aa12" providerId="AD" clId="Web-{61C61D5A-9704-C601-6C89-3734D6D04B11}" dt="2025-04-21T16:32:42.426" v="162"/>
          <ac:spMkLst>
            <pc:docMk/>
            <pc:sldMk cId="4074382129" sldId="259"/>
            <ac:spMk id="15" creationId="{1C9C7705-37DF-E6AD-62EE-29096A61E442}"/>
          </ac:spMkLst>
        </pc:spChg>
        <pc:spChg chg="del">
          <ac:chgData name="HO Po Wa" userId="S::pwhoae@connect.ust.hk::117daab9-5a54-490c-9316-91f44428aa12" providerId="AD" clId="Web-{61C61D5A-9704-C601-6C89-3734D6D04B11}" dt="2025-04-21T16:32:42.426" v="162"/>
          <ac:spMkLst>
            <pc:docMk/>
            <pc:sldMk cId="4074382129" sldId="259"/>
            <ac:spMk id="27" creationId="{55F39D66-860C-E0A9-6CFB-7A839E182394}"/>
          </ac:spMkLst>
        </pc:spChg>
        <pc:spChg chg="add del mod">
          <ac:chgData name="HO Po Wa" userId="S::pwhoae@connect.ust.hk::117daab9-5a54-490c-9316-91f44428aa12" providerId="AD" clId="Web-{61C61D5A-9704-C601-6C89-3734D6D04B11}" dt="2025-04-21T16:32:42.426" v="162"/>
          <ac:spMkLst>
            <pc:docMk/>
            <pc:sldMk cId="4074382129" sldId="259"/>
            <ac:spMk id="32" creationId="{5FED74AE-3B17-1F81-B8ED-E7F1D69F266E}"/>
          </ac:spMkLst>
        </pc:spChg>
        <pc:spChg chg="add">
          <ac:chgData name="HO Po Wa" userId="S::pwhoae@connect.ust.hk::117daab9-5a54-490c-9316-91f44428aa12" providerId="AD" clId="Web-{61C61D5A-9704-C601-6C89-3734D6D04B11}" dt="2025-04-21T16:32:42.426" v="162"/>
          <ac:spMkLst>
            <pc:docMk/>
            <pc:sldMk cId="4074382129" sldId="259"/>
            <ac:spMk id="39" creationId="{B50AB553-2A96-4A92-96F2-93548E096954}"/>
          </ac:spMkLst>
        </pc:spChg>
        <pc:grpChg chg="del">
          <ac:chgData name="HO Po Wa" userId="S::pwhoae@connect.ust.hk::117daab9-5a54-490c-9316-91f44428aa12" providerId="AD" clId="Web-{61C61D5A-9704-C601-6C89-3734D6D04B11}" dt="2025-04-21T16:32:42.426" v="162"/>
          <ac:grpSpMkLst>
            <pc:docMk/>
            <pc:sldMk cId="4074382129" sldId="259"/>
            <ac:grpSpMk id="28" creationId="{77FFC8F1-9469-6879-002D-6BCB1F16440C}"/>
          </ac:grpSpMkLst>
        </pc:grpChg>
        <pc:graphicFrameChg chg="add del">
          <ac:chgData name="HO Po Wa" userId="S::pwhoae@connect.ust.hk::117daab9-5a54-490c-9316-91f44428aa12" providerId="AD" clId="Web-{61C61D5A-9704-C601-6C89-3734D6D04B11}" dt="2025-04-21T16:32:42.379" v="161"/>
          <ac:graphicFrameMkLst>
            <pc:docMk/>
            <pc:sldMk cId="4074382129" sldId="259"/>
            <ac:graphicFrameMk id="34" creationId="{3E4F1119-9035-3830-27DF-25C4A451A00D}"/>
          </ac:graphicFrameMkLst>
        </pc:graphicFrameChg>
        <pc:graphicFrameChg chg="add modGraphic">
          <ac:chgData name="HO Po Wa" userId="S::pwhoae@connect.ust.hk::117daab9-5a54-490c-9316-91f44428aa12" providerId="AD" clId="Web-{61C61D5A-9704-C601-6C89-3734D6D04B11}" dt="2025-04-21T16:35:44.199" v="198" actId="20577"/>
          <ac:graphicFrameMkLst>
            <pc:docMk/>
            <pc:sldMk cId="4074382129" sldId="259"/>
            <ac:graphicFrameMk id="36" creationId="{11CAC3D6-8CBB-F2DD-EDF3-04192E0F6E36}"/>
          </ac:graphicFrameMkLst>
        </pc:graphicFrameChg>
        <pc:picChg chg="del">
          <ac:chgData name="HO Po Wa" userId="S::pwhoae@connect.ust.hk::117daab9-5a54-490c-9316-91f44428aa12" providerId="AD" clId="Web-{61C61D5A-9704-C601-6C89-3734D6D04B11}" dt="2025-04-21T16:19:40.426" v="15"/>
          <ac:picMkLst>
            <pc:docMk/>
            <pc:sldMk cId="4074382129" sldId="259"/>
            <ac:picMk id="3" creationId="{370993DD-3064-9AC2-AF78-C718CF8B2BDA}"/>
          </ac:picMkLst>
        </pc:picChg>
        <pc:picChg chg="add">
          <ac:chgData name="HO Po Wa" userId="S::pwhoae@connect.ust.hk::117daab9-5a54-490c-9316-91f44428aa12" providerId="AD" clId="Web-{61C61D5A-9704-C601-6C89-3734D6D04B11}" dt="2025-04-21T16:32:42.426" v="162"/>
          <ac:picMkLst>
            <pc:docMk/>
            <pc:sldMk cId="4074382129" sldId="259"/>
            <ac:picMk id="35" creationId="{89DD50C8-4D5F-D978-D660-EA00860C0AC7}"/>
          </ac:picMkLst>
        </pc:picChg>
        <pc:cxnChg chg="del">
          <ac:chgData name="HO Po Wa" userId="S::pwhoae@connect.ust.hk::117daab9-5a54-490c-9316-91f44428aa12" providerId="AD" clId="Web-{61C61D5A-9704-C601-6C89-3734D6D04B11}" dt="2025-04-21T16:32:42.426" v="162"/>
          <ac:cxnSpMkLst>
            <pc:docMk/>
            <pc:sldMk cId="4074382129" sldId="259"/>
            <ac:cxnSpMk id="17" creationId="{592B3998-E36C-2537-455F-1CBB0D8A7D9C}"/>
          </ac:cxnSpMkLst>
        </pc:cxnChg>
      </pc:sldChg>
      <pc:sldChg chg="addSp delSp modSp add replId">
        <pc:chgData name="HO Po Wa" userId="S::pwhoae@connect.ust.hk::117daab9-5a54-490c-9316-91f44428aa12" providerId="AD" clId="Web-{61C61D5A-9704-C601-6C89-3734D6D04B11}" dt="2025-04-21T18:05:04.949" v="683" actId="20577"/>
        <pc:sldMkLst>
          <pc:docMk/>
          <pc:sldMk cId="2945356397" sldId="260"/>
        </pc:sldMkLst>
        <pc:spChg chg="mod">
          <ac:chgData name="HO Po Wa" userId="S::pwhoae@connect.ust.hk::117daab9-5a54-490c-9316-91f44428aa12" providerId="AD" clId="Web-{61C61D5A-9704-C601-6C89-3734D6D04B11}" dt="2025-04-21T17:32:03.514" v="408" actId="20577"/>
          <ac:spMkLst>
            <pc:docMk/>
            <pc:sldMk cId="2945356397" sldId="260"/>
            <ac:spMk id="2" creationId="{8DB8EC81-0C41-DBA5-F275-8487DC475FBA}"/>
          </ac:spMkLst>
        </pc:spChg>
        <pc:spChg chg="del">
          <ac:chgData name="HO Po Wa" userId="S::pwhoae@connect.ust.hk::117daab9-5a54-490c-9316-91f44428aa12" providerId="AD" clId="Web-{61C61D5A-9704-C601-6C89-3734D6D04B11}" dt="2025-04-21T16:59:08.218" v="295"/>
          <ac:spMkLst>
            <pc:docMk/>
            <pc:sldMk cId="2945356397" sldId="260"/>
            <ac:spMk id="15" creationId="{10E246CD-5068-5EC5-2017-A0D3F9A93DCA}"/>
          </ac:spMkLst>
        </pc:spChg>
        <pc:spChg chg="del">
          <ac:chgData name="HO Po Wa" userId="S::pwhoae@connect.ust.hk::117daab9-5a54-490c-9316-91f44428aa12" providerId="AD" clId="Web-{61C61D5A-9704-C601-6C89-3734D6D04B11}" dt="2025-04-21T16:59:08.218" v="295"/>
          <ac:spMkLst>
            <pc:docMk/>
            <pc:sldMk cId="2945356397" sldId="260"/>
            <ac:spMk id="27" creationId="{46B5F818-56D0-E494-5590-5BFB2B62BFF7}"/>
          </ac:spMkLst>
        </pc:spChg>
        <pc:spChg chg="del mod">
          <ac:chgData name="HO Po Wa" userId="S::pwhoae@connect.ust.hk::117daab9-5a54-490c-9316-91f44428aa12" providerId="AD" clId="Web-{61C61D5A-9704-C601-6C89-3734D6D04B11}" dt="2025-04-21T16:59:08.218" v="295"/>
          <ac:spMkLst>
            <pc:docMk/>
            <pc:sldMk cId="2945356397" sldId="260"/>
            <ac:spMk id="32" creationId="{3A3F0E1A-6C63-204D-9E2E-43E76C52C191}"/>
          </ac:spMkLst>
        </pc:spChg>
        <pc:spChg chg="add">
          <ac:chgData name="HO Po Wa" userId="S::pwhoae@connect.ust.hk::117daab9-5a54-490c-9316-91f44428aa12" providerId="AD" clId="Web-{61C61D5A-9704-C601-6C89-3734D6D04B11}" dt="2025-04-21T16:59:08.218" v="295"/>
          <ac:spMkLst>
            <pc:docMk/>
            <pc:sldMk cId="2945356397" sldId="260"/>
            <ac:spMk id="38" creationId="{53B021B3-DE93-4AB7-8A18-CF5F1CED88B8}"/>
          </ac:spMkLst>
        </pc:spChg>
        <pc:spChg chg="add">
          <ac:chgData name="HO Po Wa" userId="S::pwhoae@connect.ust.hk::117daab9-5a54-490c-9316-91f44428aa12" providerId="AD" clId="Web-{61C61D5A-9704-C601-6C89-3734D6D04B11}" dt="2025-04-21T16:59:08.218" v="295"/>
          <ac:spMkLst>
            <pc:docMk/>
            <pc:sldMk cId="2945356397" sldId="260"/>
            <ac:spMk id="40" creationId="{52D502E5-F6B4-4D58-B4AE-FC466FF15EE8}"/>
          </ac:spMkLst>
        </pc:spChg>
        <pc:spChg chg="add">
          <ac:chgData name="HO Po Wa" userId="S::pwhoae@connect.ust.hk::117daab9-5a54-490c-9316-91f44428aa12" providerId="AD" clId="Web-{61C61D5A-9704-C601-6C89-3734D6D04B11}" dt="2025-04-21T16:59:08.218" v="295"/>
          <ac:spMkLst>
            <pc:docMk/>
            <pc:sldMk cId="2945356397" sldId="260"/>
            <ac:spMk id="42" creationId="{9DECDBF4-02B6-4BB4-B65B-B8107AD6A9E8}"/>
          </ac:spMkLst>
        </pc:spChg>
        <pc:grpChg chg="del">
          <ac:chgData name="HO Po Wa" userId="S::pwhoae@connect.ust.hk::117daab9-5a54-490c-9316-91f44428aa12" providerId="AD" clId="Web-{61C61D5A-9704-C601-6C89-3734D6D04B11}" dt="2025-04-21T16:59:08.218" v="295"/>
          <ac:grpSpMkLst>
            <pc:docMk/>
            <pc:sldMk cId="2945356397" sldId="260"/>
            <ac:grpSpMk id="28" creationId="{AEB005E1-7031-A172-B00E-0D35D6955F29}"/>
          </ac:grpSpMkLst>
        </pc:grpChg>
        <pc:graphicFrameChg chg="add modGraphic">
          <ac:chgData name="HO Po Wa" userId="S::pwhoae@connect.ust.hk::117daab9-5a54-490c-9316-91f44428aa12" providerId="AD" clId="Web-{61C61D5A-9704-C601-6C89-3734D6D04B11}" dt="2025-04-21T18:05:04.949" v="683" actId="20577"/>
          <ac:graphicFrameMkLst>
            <pc:docMk/>
            <pc:sldMk cId="2945356397" sldId="260"/>
            <ac:graphicFrameMk id="34" creationId="{96A28EBB-89B8-AD7F-28E8-1863D066C7D0}"/>
          </ac:graphicFrameMkLst>
        </pc:graphicFrameChg>
        <pc:cxnChg chg="del">
          <ac:chgData name="HO Po Wa" userId="S::pwhoae@connect.ust.hk::117daab9-5a54-490c-9316-91f44428aa12" providerId="AD" clId="Web-{61C61D5A-9704-C601-6C89-3734D6D04B11}" dt="2025-04-21T16:59:08.218" v="295"/>
          <ac:cxnSpMkLst>
            <pc:docMk/>
            <pc:sldMk cId="2945356397" sldId="260"/>
            <ac:cxnSpMk id="17" creationId="{ED156540-535F-8440-3A33-2F6772F4C621}"/>
          </ac:cxnSpMkLst>
        </pc:cxnChg>
      </pc:sldChg>
      <pc:sldChg chg="addSp delSp modSp add del replId">
        <pc:chgData name="HO Po Wa" userId="S::pwhoae@connect.ust.hk::117daab9-5a54-490c-9316-91f44428aa12" providerId="AD" clId="Web-{61C61D5A-9704-C601-6C89-3734D6D04B11}" dt="2025-04-21T18:08:54.927" v="694"/>
        <pc:sldMkLst>
          <pc:docMk/>
          <pc:sldMk cId="1349941373" sldId="261"/>
        </pc:sldMkLst>
        <pc:spChg chg="del mod">
          <ac:chgData name="HO Po Wa" userId="S::pwhoae@connect.ust.hk::117daab9-5a54-490c-9316-91f44428aa12" providerId="AD" clId="Web-{61C61D5A-9704-C601-6C89-3734D6D04B11}" dt="2025-04-21T18:08:53.239" v="693"/>
          <ac:spMkLst>
            <pc:docMk/>
            <pc:sldMk cId="1349941373" sldId="261"/>
            <ac:spMk id="2" creationId="{2BD3A74E-87CD-A4EC-7B2A-E63675101614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00:57.956" v="301"/>
          <ac:spMkLst>
            <pc:docMk/>
            <pc:sldMk cId="1349941373" sldId="261"/>
            <ac:spMk id="3" creationId="{C717E825-E73F-C98C-C90F-2BDCB588EDF5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01:05.628" v="305"/>
          <ac:spMkLst>
            <pc:docMk/>
            <pc:sldMk cId="1349941373" sldId="261"/>
            <ac:spMk id="4" creationId="{532AEBCE-2897-AC2A-CEE0-A26D37506612}"/>
          </ac:spMkLst>
        </pc:spChg>
        <pc:spChg chg="add mod">
          <ac:chgData name="HO Po Wa" userId="S::pwhoae@connect.ust.hk::117daab9-5a54-490c-9316-91f44428aa12" providerId="AD" clId="Web-{61C61D5A-9704-C601-6C89-3734D6D04B11}" dt="2025-04-21T18:08:53.239" v="693"/>
          <ac:spMkLst>
            <pc:docMk/>
            <pc:sldMk cId="1349941373" sldId="261"/>
            <ac:spMk id="6" creationId="{EFB318A6-BDCD-7B84-6F28-7909F7634F56}"/>
          </ac:spMkLst>
        </pc:spChg>
        <pc:spChg chg="add del">
          <ac:chgData name="HO Po Wa" userId="S::pwhoae@connect.ust.hk::117daab9-5a54-490c-9316-91f44428aa12" providerId="AD" clId="Web-{61C61D5A-9704-C601-6C89-3734D6D04B11}" dt="2025-04-21T17:03:06.445" v="314"/>
          <ac:spMkLst>
            <pc:docMk/>
            <pc:sldMk cId="1349941373" sldId="261"/>
            <ac:spMk id="15" creationId="{A878A5B9-ADE0-C792-0F63-0BCBEA6B025F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03:06.445" v="314"/>
          <ac:spMkLst>
            <pc:docMk/>
            <pc:sldMk cId="1349941373" sldId="261"/>
            <ac:spMk id="27" creationId="{545781BC-B212-B32A-02A3-BEBA11C330EC}"/>
          </ac:spMkLst>
        </pc:spChg>
        <pc:spChg chg="mod ord">
          <ac:chgData name="HO Po Wa" userId="S::pwhoae@connect.ust.hk::117daab9-5a54-490c-9316-91f44428aa12" providerId="AD" clId="Web-{61C61D5A-9704-C601-6C89-3734D6D04B11}" dt="2025-04-21T17:03:06.445" v="314"/>
          <ac:spMkLst>
            <pc:docMk/>
            <pc:sldMk cId="1349941373" sldId="261"/>
            <ac:spMk id="32" creationId="{A8412CFA-ECAE-00DF-AD1C-87CE9C847980}"/>
          </ac:spMkLst>
        </pc:spChg>
        <pc:spChg chg="add del">
          <ac:chgData name="HO Po Wa" userId="S::pwhoae@connect.ust.hk::117daab9-5a54-490c-9316-91f44428aa12" providerId="AD" clId="Web-{61C61D5A-9704-C601-6C89-3734D6D04B11}" dt="2025-04-21T17:03:06.429" v="313"/>
          <ac:spMkLst>
            <pc:docMk/>
            <pc:sldMk cId="1349941373" sldId="261"/>
            <ac:spMk id="37" creationId="{A8908DB7-C3A6-4FCB-9820-CEE02B398C4A}"/>
          </ac:spMkLst>
        </pc:spChg>
        <pc:spChg chg="add del">
          <ac:chgData name="HO Po Wa" userId="S::pwhoae@connect.ust.hk::117daab9-5a54-490c-9316-91f44428aa12" providerId="AD" clId="Web-{61C61D5A-9704-C601-6C89-3734D6D04B11}" dt="2025-04-21T17:03:06.429" v="313"/>
          <ac:spMkLst>
            <pc:docMk/>
            <pc:sldMk cId="1349941373" sldId="261"/>
            <ac:spMk id="39" creationId="{535742DD-1B16-4E9D-B715-0D74B4574A68}"/>
          </ac:spMkLst>
        </pc:spChg>
        <pc:spChg chg="add">
          <ac:chgData name="HO Po Wa" userId="S::pwhoae@connect.ust.hk::117daab9-5a54-490c-9316-91f44428aa12" providerId="AD" clId="Web-{61C61D5A-9704-C601-6C89-3734D6D04B11}" dt="2025-04-21T17:03:06.445" v="314"/>
          <ac:spMkLst>
            <pc:docMk/>
            <pc:sldMk cId="1349941373" sldId="261"/>
            <ac:spMk id="41" creationId="{2C1BBA94-3F40-40AA-8BB9-E69E25E537C1}"/>
          </ac:spMkLst>
        </pc:spChg>
        <pc:spChg chg="add">
          <ac:chgData name="HO Po Wa" userId="S::pwhoae@connect.ust.hk::117daab9-5a54-490c-9316-91f44428aa12" providerId="AD" clId="Web-{61C61D5A-9704-C601-6C89-3734D6D04B11}" dt="2025-04-21T17:03:06.445" v="314"/>
          <ac:spMkLst>
            <pc:docMk/>
            <pc:sldMk cId="1349941373" sldId="261"/>
            <ac:spMk id="42" creationId="{7FEAE179-C525-48F3-AD47-0E9E2B6F2E2E}"/>
          </ac:spMkLst>
        </pc:spChg>
        <pc:spChg chg="add">
          <ac:chgData name="HO Po Wa" userId="S::pwhoae@connect.ust.hk::117daab9-5a54-490c-9316-91f44428aa12" providerId="AD" clId="Web-{61C61D5A-9704-C601-6C89-3734D6D04B11}" dt="2025-04-21T17:03:06.445" v="314"/>
          <ac:spMkLst>
            <pc:docMk/>
            <pc:sldMk cId="1349941373" sldId="261"/>
            <ac:spMk id="43" creationId="{FE43805F-24A6-46A4-B19B-54F28347355C}"/>
          </ac:spMkLst>
        </pc:spChg>
        <pc:spChg chg="add">
          <ac:chgData name="HO Po Wa" userId="S::pwhoae@connect.ust.hk::117daab9-5a54-490c-9316-91f44428aa12" providerId="AD" clId="Web-{61C61D5A-9704-C601-6C89-3734D6D04B11}" dt="2025-04-21T17:03:06.445" v="314"/>
          <ac:spMkLst>
            <pc:docMk/>
            <pc:sldMk cId="1349941373" sldId="261"/>
            <ac:spMk id="44" creationId="{95C8260E-968F-44E8-A823-ABB431311926}"/>
          </ac:spMkLst>
        </pc:spChg>
        <pc:grpChg chg="add del">
          <ac:chgData name="HO Po Wa" userId="S::pwhoae@connect.ust.hk::117daab9-5a54-490c-9316-91f44428aa12" providerId="AD" clId="Web-{61C61D5A-9704-C601-6C89-3734D6D04B11}" dt="2025-04-21T17:03:06.445" v="314"/>
          <ac:grpSpMkLst>
            <pc:docMk/>
            <pc:sldMk cId="1349941373" sldId="261"/>
            <ac:grpSpMk id="28" creationId="{737356CE-876D-F5AD-A1F4-9B2DED9DB2B0}"/>
          </ac:grpSpMkLst>
        </pc:grpChg>
        <pc:picChg chg="add del mod">
          <ac:chgData name="HO Po Wa" userId="S::pwhoae@connect.ust.hk::117daab9-5a54-490c-9316-91f44428aa12" providerId="AD" clId="Web-{61C61D5A-9704-C601-6C89-3734D6D04B11}" dt="2025-04-21T18:08:53.208" v="692"/>
          <ac:picMkLst>
            <pc:docMk/>
            <pc:sldMk cId="1349941373" sldId="261"/>
            <ac:picMk id="3" creationId="{A378F5D0-8D98-FB56-6C7E-752DF04D683D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8:08:26.066" v="684"/>
          <ac:picMkLst>
            <pc:docMk/>
            <pc:sldMk cId="1349941373" sldId="261"/>
            <ac:picMk id="5" creationId="{C2393A65-207B-D3D3-0567-663A57723CE4}"/>
          </ac:picMkLst>
        </pc:picChg>
        <pc:cxnChg chg="add del">
          <ac:chgData name="HO Po Wa" userId="S::pwhoae@connect.ust.hk::117daab9-5a54-490c-9316-91f44428aa12" providerId="AD" clId="Web-{61C61D5A-9704-C601-6C89-3734D6D04B11}" dt="2025-04-21T17:03:06.429" v="313"/>
          <ac:cxnSpMkLst>
            <pc:docMk/>
            <pc:sldMk cId="1349941373" sldId="261"/>
            <ac:cxnSpMk id="17" creationId="{CD3BB244-4486-530F-5948-646E4FC9789B}"/>
          </ac:cxnSpMkLst>
        </pc:cxnChg>
      </pc:sldChg>
      <pc:sldChg chg="addSp delSp modSp add replId">
        <pc:chgData name="HO Po Wa" userId="S::pwhoae@connect.ust.hk::117daab9-5a54-490c-9316-91f44428aa12" providerId="AD" clId="Web-{61C61D5A-9704-C601-6C89-3734D6D04B11}" dt="2025-04-21T18:10:42.118" v="717" actId="20577"/>
        <pc:sldMkLst>
          <pc:docMk/>
          <pc:sldMk cId="1566271854" sldId="262"/>
        </pc:sldMkLst>
        <pc:spChg chg="mod">
          <ac:chgData name="HO Po Wa" userId="S::pwhoae@connect.ust.hk::117daab9-5a54-490c-9316-91f44428aa12" providerId="AD" clId="Web-{61C61D5A-9704-C601-6C89-3734D6D04B11}" dt="2025-04-21T18:10:21.493" v="711"/>
          <ac:spMkLst>
            <pc:docMk/>
            <pc:sldMk cId="1566271854" sldId="262"/>
            <ac:spMk id="2" creationId="{9D48537F-8EB5-EA7A-E078-33CB88FCB418}"/>
          </ac:spMkLst>
        </pc:spChg>
        <pc:spChg chg="del">
          <ac:chgData name="HO Po Wa" userId="S::pwhoae@connect.ust.hk::117daab9-5a54-490c-9316-91f44428aa12" providerId="AD" clId="Web-{61C61D5A-9704-C601-6C89-3734D6D04B11}" dt="2025-04-21T17:03:22.055" v="315"/>
          <ac:spMkLst>
            <pc:docMk/>
            <pc:sldMk cId="1566271854" sldId="262"/>
            <ac:spMk id="15" creationId="{BD0264B9-D529-8533-A4F1-14D7DF0DFDB6}"/>
          </ac:spMkLst>
        </pc:spChg>
        <pc:spChg chg="del">
          <ac:chgData name="HO Po Wa" userId="S::pwhoae@connect.ust.hk::117daab9-5a54-490c-9316-91f44428aa12" providerId="AD" clId="Web-{61C61D5A-9704-C601-6C89-3734D6D04B11}" dt="2025-04-21T17:03:22.055" v="315"/>
          <ac:spMkLst>
            <pc:docMk/>
            <pc:sldMk cId="1566271854" sldId="262"/>
            <ac:spMk id="27" creationId="{33DB93C5-EF54-1FED-4114-B737D1FEE744}"/>
          </ac:spMkLst>
        </pc:spChg>
        <pc:spChg chg="del mod">
          <ac:chgData name="HO Po Wa" userId="S::pwhoae@connect.ust.hk::117daab9-5a54-490c-9316-91f44428aa12" providerId="AD" clId="Web-{61C61D5A-9704-C601-6C89-3734D6D04B11}" dt="2025-04-21T17:03:22.055" v="315"/>
          <ac:spMkLst>
            <pc:docMk/>
            <pc:sldMk cId="1566271854" sldId="262"/>
            <ac:spMk id="32" creationId="{3D835659-E33D-4A63-7C2B-50C586F5D8AB}"/>
          </ac:spMkLst>
        </pc:spChg>
        <pc:spChg chg="add del">
          <ac:chgData name="HO Po Wa" userId="S::pwhoae@connect.ust.hk::117daab9-5a54-490c-9316-91f44428aa12" providerId="AD" clId="Web-{61C61D5A-9704-C601-6C89-3734D6D04B11}" dt="2025-04-21T18:10:21.493" v="711"/>
          <ac:spMkLst>
            <pc:docMk/>
            <pc:sldMk cId="1566271854" sldId="262"/>
            <ac:spMk id="38" creationId="{0DEDCC5D-8B8A-40DB-BE90-A3AA27C64A78}"/>
          </ac:spMkLst>
        </pc:spChg>
        <pc:spChg chg="add del">
          <ac:chgData name="HO Po Wa" userId="S::pwhoae@connect.ust.hk::117daab9-5a54-490c-9316-91f44428aa12" providerId="AD" clId="Web-{61C61D5A-9704-C601-6C89-3734D6D04B11}" dt="2025-04-21T18:10:21.493" v="711"/>
          <ac:spMkLst>
            <pc:docMk/>
            <pc:sldMk cId="1566271854" sldId="262"/>
            <ac:spMk id="44" creationId="{CBC4F608-B4B8-48C3-9572-C0F061B1CD99}"/>
          </ac:spMkLst>
        </pc:spChg>
        <pc:spChg chg="add">
          <ac:chgData name="HO Po Wa" userId="S::pwhoae@connect.ust.hk::117daab9-5a54-490c-9316-91f44428aa12" providerId="AD" clId="Web-{61C61D5A-9704-C601-6C89-3734D6D04B11}" dt="2025-04-21T18:10:21.493" v="711"/>
          <ac:spMkLst>
            <pc:docMk/>
            <pc:sldMk cId="1566271854" sldId="262"/>
            <ac:spMk id="49" creationId="{0C541B88-1AE9-40C3-AFD5-967787C1979F}"/>
          </ac:spMkLst>
        </pc:spChg>
        <pc:spChg chg="add">
          <ac:chgData name="HO Po Wa" userId="S::pwhoae@connect.ust.hk::117daab9-5a54-490c-9316-91f44428aa12" providerId="AD" clId="Web-{61C61D5A-9704-C601-6C89-3734D6D04B11}" dt="2025-04-21T18:10:21.493" v="711"/>
          <ac:spMkLst>
            <pc:docMk/>
            <pc:sldMk cId="1566271854" sldId="262"/>
            <ac:spMk id="51" creationId="{E5F17139-31EE-46AC-B04F-DBBD852DD6CB}"/>
          </ac:spMkLst>
        </pc:spChg>
        <pc:spChg chg="add">
          <ac:chgData name="HO Po Wa" userId="S::pwhoae@connect.ust.hk::117daab9-5a54-490c-9316-91f44428aa12" providerId="AD" clId="Web-{61C61D5A-9704-C601-6C89-3734D6D04B11}" dt="2025-04-21T18:10:21.493" v="711"/>
          <ac:spMkLst>
            <pc:docMk/>
            <pc:sldMk cId="1566271854" sldId="262"/>
            <ac:spMk id="57" creationId="{89D16701-DA76-4F72-BB63-E2C3FFBDFE0F}"/>
          </ac:spMkLst>
        </pc:spChg>
        <pc:spChg chg="add">
          <ac:chgData name="HO Po Wa" userId="S::pwhoae@connect.ust.hk::117daab9-5a54-490c-9316-91f44428aa12" providerId="AD" clId="Web-{61C61D5A-9704-C601-6C89-3734D6D04B11}" dt="2025-04-21T18:10:21.493" v="711"/>
          <ac:spMkLst>
            <pc:docMk/>
            <pc:sldMk cId="1566271854" sldId="262"/>
            <ac:spMk id="59" creationId="{1CC28BE1-9DC6-43FE-9582-39F091098D77}"/>
          </ac:spMkLst>
        </pc:spChg>
        <pc:grpChg chg="del">
          <ac:chgData name="HO Po Wa" userId="S::pwhoae@connect.ust.hk::117daab9-5a54-490c-9316-91f44428aa12" providerId="AD" clId="Web-{61C61D5A-9704-C601-6C89-3734D6D04B11}" dt="2025-04-21T17:03:22.055" v="315"/>
          <ac:grpSpMkLst>
            <pc:docMk/>
            <pc:sldMk cId="1566271854" sldId="262"/>
            <ac:grpSpMk id="28" creationId="{3B120A66-F8B7-860E-6D85-DD2CE4A60628}"/>
          </ac:grpSpMkLst>
        </pc:grpChg>
        <pc:grpChg chg="add del">
          <ac:chgData name="HO Po Wa" userId="S::pwhoae@connect.ust.hk::117daab9-5a54-490c-9316-91f44428aa12" providerId="AD" clId="Web-{61C61D5A-9704-C601-6C89-3734D6D04B11}" dt="2025-04-21T18:10:21.493" v="711"/>
          <ac:grpSpMkLst>
            <pc:docMk/>
            <pc:sldMk cId="1566271854" sldId="262"/>
            <ac:grpSpMk id="40" creationId="{65167ED7-6315-43AB-B1B6-C326D5FD8F84}"/>
          </ac:grpSpMkLst>
        </pc:grpChg>
        <pc:grpChg chg="add">
          <ac:chgData name="HO Po Wa" userId="S::pwhoae@connect.ust.hk::117daab9-5a54-490c-9316-91f44428aa12" providerId="AD" clId="Web-{61C61D5A-9704-C601-6C89-3734D6D04B11}" dt="2025-04-21T18:10:21.493" v="711"/>
          <ac:grpSpMkLst>
            <pc:docMk/>
            <pc:sldMk cId="1566271854" sldId="262"/>
            <ac:grpSpMk id="61" creationId="{AF9AF3F3-CE0C-4125-BDD7-346487FA0B40}"/>
          </ac:grpSpMkLst>
        </pc:grpChg>
        <pc:graphicFrameChg chg="add mod modGraphic">
          <ac:chgData name="HO Po Wa" userId="S::pwhoae@connect.ust.hk::117daab9-5a54-490c-9316-91f44428aa12" providerId="AD" clId="Web-{61C61D5A-9704-C601-6C89-3734D6D04B11}" dt="2025-04-21T18:10:42.118" v="717" actId="20577"/>
          <ac:graphicFrameMkLst>
            <pc:docMk/>
            <pc:sldMk cId="1566271854" sldId="262"/>
            <ac:graphicFrameMk id="34" creationId="{729BEE8D-D5D2-316A-B129-9BDDB6B74557}"/>
          </ac:graphicFrameMkLst>
        </pc:graphicFrameChg>
        <pc:cxnChg chg="del">
          <ac:chgData name="HO Po Wa" userId="S::pwhoae@connect.ust.hk::117daab9-5a54-490c-9316-91f44428aa12" providerId="AD" clId="Web-{61C61D5A-9704-C601-6C89-3734D6D04B11}" dt="2025-04-21T17:03:22.055" v="315"/>
          <ac:cxnSpMkLst>
            <pc:docMk/>
            <pc:sldMk cId="1566271854" sldId="262"/>
            <ac:cxnSpMk id="17" creationId="{28E07A4B-62E5-76F6-2ACE-1B0C4BB24F15}"/>
          </ac:cxnSpMkLst>
        </pc:cxnChg>
      </pc:sldChg>
      <pc:sldChg chg="addSp delSp modSp new mod setBg">
        <pc:chgData name="HO Po Wa" userId="S::pwhoae@connect.ust.hk::117daab9-5a54-490c-9316-91f44428aa12" providerId="AD" clId="Web-{61C61D5A-9704-C601-6C89-3734D6D04B11}" dt="2025-04-21T18:04:23.401" v="675" actId="14100"/>
        <pc:sldMkLst>
          <pc:docMk/>
          <pc:sldMk cId="2234412172" sldId="263"/>
        </pc:sldMkLst>
        <pc:spChg chg="mod">
          <ac:chgData name="HO Po Wa" userId="S::pwhoae@connect.ust.hk::117daab9-5a54-490c-9316-91f44428aa12" providerId="AD" clId="Web-{61C61D5A-9704-C601-6C89-3734D6D04B11}" dt="2025-04-21T18:04:11.213" v="668"/>
          <ac:spMkLst>
            <pc:docMk/>
            <pc:sldMk cId="2234412172" sldId="263"/>
            <ac:spMk id="2" creationId="{AEB87474-D817-2881-B427-C71367F4D12E}"/>
          </ac:spMkLst>
        </pc:spChg>
        <pc:spChg chg="del">
          <ac:chgData name="HO Po Wa" userId="S::pwhoae@connect.ust.hk::117daab9-5a54-490c-9316-91f44428aa12" providerId="AD" clId="Web-{61C61D5A-9704-C601-6C89-3734D6D04B11}" dt="2025-04-21T16:37:30.234" v="200"/>
          <ac:spMkLst>
            <pc:docMk/>
            <pc:sldMk cId="2234412172" sldId="263"/>
            <ac:spMk id="3" creationId="{2DF9134C-7ED6-3937-9507-0586CC65722A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49:49.336" v="549"/>
          <ac:spMkLst>
            <pc:docMk/>
            <pc:sldMk cId="2234412172" sldId="263"/>
            <ac:spMk id="4" creationId="{AFE129C5-9E4C-2B96-728F-B44F3FEAC062}"/>
          </ac:spMkLst>
        </pc:spChg>
        <pc:spChg chg="add del mod">
          <ac:chgData name="HO Po Wa" userId="S::pwhoae@connect.ust.hk::117daab9-5a54-490c-9316-91f44428aa12" providerId="AD" clId="Web-{61C61D5A-9704-C601-6C89-3734D6D04B11}" dt="2025-04-21T16:38:31.767" v="202"/>
          <ac:spMkLst>
            <pc:docMk/>
            <pc:sldMk cId="2234412172" sldId="263"/>
            <ac:spMk id="6" creationId="{06948B60-916B-4000-FDD9-F7178225776D}"/>
          </ac:spMkLst>
        </pc:spChg>
        <pc:spChg chg="add del mod">
          <ac:chgData name="HO Po Wa" userId="S::pwhoae@connect.ust.hk::117daab9-5a54-490c-9316-91f44428aa12" providerId="AD" clId="Web-{61C61D5A-9704-C601-6C89-3734D6D04B11}" dt="2025-04-21T16:38:49.393" v="205"/>
          <ac:spMkLst>
            <pc:docMk/>
            <pc:sldMk cId="2234412172" sldId="263"/>
            <ac:spMk id="9" creationId="{F59A0041-9F27-3881-39E1-B3BE60A5B171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57:44.167" v="610"/>
          <ac:spMkLst>
            <pc:docMk/>
            <pc:sldMk cId="2234412172" sldId="263"/>
            <ac:spMk id="10" creationId="{7E595FCF-3CFE-C9F9-55A1-4EACF2548825}"/>
          </ac:spMkLst>
        </pc:spChg>
        <pc:spChg chg="add del mod">
          <ac:chgData name="HO Po Wa" userId="S::pwhoae@connect.ust.hk::117daab9-5a54-490c-9316-91f44428aa12" providerId="AD" clId="Web-{61C61D5A-9704-C601-6C89-3734D6D04B11}" dt="2025-04-21T16:55:10.959" v="257"/>
          <ac:spMkLst>
            <pc:docMk/>
            <pc:sldMk cId="2234412172" sldId="263"/>
            <ac:spMk id="12" creationId="{6AF72486-A914-A9DA-CD52-D363F28E272C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53:40.095" v="596"/>
          <ac:spMkLst>
            <pc:docMk/>
            <pc:sldMk cId="2234412172" sldId="263"/>
            <ac:spMk id="12" creationId="{8CE7BB8D-488D-A518-F3DB-CF44F032BBCA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54:49.066" v="600"/>
          <ac:spMkLst>
            <pc:docMk/>
            <pc:sldMk cId="2234412172" sldId="263"/>
            <ac:spMk id="13" creationId="{71FC282D-8A17-E7C2-9E23-ECCCA1182568}"/>
          </ac:spMkLst>
        </pc:spChg>
        <pc:spChg chg="add del">
          <ac:chgData name="HO Po Wa" userId="S::pwhoae@connect.ust.hk::117daab9-5a54-490c-9316-91f44428aa12" providerId="AD" clId="Web-{61C61D5A-9704-C601-6C89-3734D6D04B11}" dt="2025-04-21T17:51:50.575" v="581"/>
          <ac:spMkLst>
            <pc:docMk/>
            <pc:sldMk cId="2234412172" sldId="263"/>
            <ac:spMk id="14" creationId="{09E709E6-33FC-888B-171D-63599F824556}"/>
          </ac:spMkLst>
        </pc:spChg>
        <pc:spChg chg="add del mod">
          <ac:chgData name="HO Po Wa" userId="S::pwhoae@connect.ust.hk::117daab9-5a54-490c-9316-91f44428aa12" providerId="AD" clId="Web-{61C61D5A-9704-C601-6C89-3734D6D04B11}" dt="2025-04-21T16:56:41.791" v="281"/>
          <ac:spMkLst>
            <pc:docMk/>
            <pc:sldMk cId="2234412172" sldId="263"/>
            <ac:spMk id="15" creationId="{6D19982F-DFDB-F130-F811-EE5E1E861708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56:01.944" v="605"/>
          <ac:spMkLst>
            <pc:docMk/>
            <pc:sldMk cId="2234412172" sldId="263"/>
            <ac:spMk id="15" creationId="{B5560658-B0DA-13E3-9A13-926FC894A94F}"/>
          </ac:spMkLst>
        </pc:spChg>
        <pc:spChg chg="add del mod">
          <ac:chgData name="HO Po Wa" userId="S::pwhoae@connect.ust.hk::117daab9-5a54-490c-9316-91f44428aa12" providerId="AD" clId="Web-{61C61D5A-9704-C601-6C89-3734D6D04B11}" dt="2025-04-21T17:53:38.814" v="595"/>
          <ac:spMkLst>
            <pc:docMk/>
            <pc:sldMk cId="2234412172" sldId="263"/>
            <ac:spMk id="17" creationId="{4B63818A-7A41-3696-CF78-605C8EAAE8BF}"/>
          </ac:spMkLst>
        </pc:spChg>
        <pc:spChg chg="add del mod">
          <ac:chgData name="HO Po Wa" userId="S::pwhoae@connect.ust.hk::117daab9-5a54-490c-9316-91f44428aa12" providerId="AD" clId="Web-{61C61D5A-9704-C601-6C89-3734D6D04B11}" dt="2025-04-21T16:56:26.446" v="280"/>
          <ac:spMkLst>
            <pc:docMk/>
            <pc:sldMk cId="2234412172" sldId="263"/>
            <ac:spMk id="17" creationId="{E7A20F24-9331-90C1-EE38-3FBC8143FE61}"/>
          </ac:spMkLst>
        </pc:spChg>
        <pc:spChg chg="add del mod">
          <ac:chgData name="HO Po Wa" userId="S::pwhoae@connect.ust.hk::117daab9-5a54-490c-9316-91f44428aa12" providerId="AD" clId="Web-{61C61D5A-9704-C601-6C89-3734D6D04B11}" dt="2025-04-21T16:57:57.887" v="287"/>
          <ac:spMkLst>
            <pc:docMk/>
            <pc:sldMk cId="2234412172" sldId="263"/>
            <ac:spMk id="19" creationId="{81140BE2-DF7A-BE01-9D3C-CA97886456EC}"/>
          </ac:spMkLst>
        </pc:spChg>
        <pc:spChg chg="add del">
          <ac:chgData name="HO Po Wa" userId="S::pwhoae@connect.ust.hk::117daab9-5a54-490c-9316-91f44428aa12" providerId="AD" clId="Web-{61C61D5A-9704-C601-6C89-3734D6D04B11}" dt="2025-04-21T16:58:21.513" v="294"/>
          <ac:spMkLst>
            <pc:docMk/>
            <pc:sldMk cId="2234412172" sldId="263"/>
            <ac:spMk id="20" creationId="{F13C74B1-5B17-4795-BED0-7140497B445A}"/>
          </ac:spMkLst>
        </pc:spChg>
        <pc:spChg chg="add del">
          <ac:chgData name="HO Po Wa" userId="S::pwhoae@connect.ust.hk::117daab9-5a54-490c-9316-91f44428aa12" providerId="AD" clId="Web-{61C61D5A-9704-C601-6C89-3734D6D04B11}" dt="2025-04-21T16:58:21.513" v="294"/>
          <ac:spMkLst>
            <pc:docMk/>
            <pc:sldMk cId="2234412172" sldId="263"/>
            <ac:spMk id="22" creationId="{D4974D33-8DC5-464E-8C6D-BE58F0669C17}"/>
          </ac:spMkLst>
        </pc:spChg>
        <pc:spChg chg="add del">
          <ac:chgData name="HO Po Wa" userId="S::pwhoae@connect.ust.hk::117daab9-5a54-490c-9316-91f44428aa12" providerId="AD" clId="Web-{61C61D5A-9704-C601-6C89-3734D6D04B11}" dt="2025-04-21T17:58:21.371" v="622"/>
          <ac:spMkLst>
            <pc:docMk/>
            <pc:sldMk cId="2234412172" sldId="263"/>
            <ac:spMk id="27" creationId="{0E91F5CA-B392-444C-88E3-BF5BAAEBDEB0}"/>
          </ac:spMkLst>
        </pc:spChg>
        <pc:spChg chg="add del">
          <ac:chgData name="HO Po Wa" userId="S::pwhoae@connect.ust.hk::117daab9-5a54-490c-9316-91f44428aa12" providerId="AD" clId="Web-{61C61D5A-9704-C601-6C89-3734D6D04B11}" dt="2025-04-21T17:58:21.371" v="622"/>
          <ac:spMkLst>
            <pc:docMk/>
            <pc:sldMk cId="2234412172" sldId="263"/>
            <ac:spMk id="29" creationId="{DFCA2118-59A2-4310-A4B2-F2CBA821E842}"/>
          </ac:spMkLst>
        </pc:spChg>
        <pc:spChg chg="add del">
          <ac:chgData name="HO Po Wa" userId="S::pwhoae@connect.ust.hk::117daab9-5a54-490c-9316-91f44428aa12" providerId="AD" clId="Web-{61C61D5A-9704-C601-6C89-3734D6D04B11}" dt="2025-04-21T18:02:16.771" v="655"/>
          <ac:spMkLst>
            <pc:docMk/>
            <pc:sldMk cId="2234412172" sldId="263"/>
            <ac:spMk id="34" creationId="{78BA5F19-D5E1-4ECC-BEC2-DF7AEDFD7C50}"/>
          </ac:spMkLst>
        </pc:spChg>
        <pc:spChg chg="add del">
          <ac:chgData name="HO Po Wa" userId="S::pwhoae@connect.ust.hk::117daab9-5a54-490c-9316-91f44428aa12" providerId="AD" clId="Web-{61C61D5A-9704-C601-6C89-3734D6D04B11}" dt="2025-04-21T18:02:16.771" v="655"/>
          <ac:spMkLst>
            <pc:docMk/>
            <pc:sldMk cId="2234412172" sldId="263"/>
            <ac:spMk id="36" creationId="{BB4D578A-F2C4-4EA9-A811-B48E66D63696}"/>
          </ac:spMkLst>
        </pc:spChg>
        <pc:spChg chg="add del">
          <ac:chgData name="HO Po Wa" userId="S::pwhoae@connect.ust.hk::117daab9-5a54-490c-9316-91f44428aa12" providerId="AD" clId="Web-{61C61D5A-9704-C601-6C89-3734D6D04B11}" dt="2025-04-21T18:04:11.213" v="668"/>
          <ac:spMkLst>
            <pc:docMk/>
            <pc:sldMk cId="2234412172" sldId="263"/>
            <ac:spMk id="41" creationId="{91F55C5D-1648-4BE3-932D-8CADBF3F6736}"/>
          </ac:spMkLst>
        </pc:spChg>
        <pc:spChg chg="add del">
          <ac:chgData name="HO Po Wa" userId="S::pwhoae@connect.ust.hk::117daab9-5a54-490c-9316-91f44428aa12" providerId="AD" clId="Web-{61C61D5A-9704-C601-6C89-3734D6D04B11}" dt="2025-04-21T18:04:11.213" v="668"/>
          <ac:spMkLst>
            <pc:docMk/>
            <pc:sldMk cId="2234412172" sldId="263"/>
            <ac:spMk id="43" creationId="{A38E1331-B5A6-44BE-BF4E-EE6C2FD2A242}"/>
          </ac:spMkLst>
        </pc:spChg>
        <pc:spChg chg="add">
          <ac:chgData name="HO Po Wa" userId="S::pwhoae@connect.ust.hk::117daab9-5a54-490c-9316-91f44428aa12" providerId="AD" clId="Web-{61C61D5A-9704-C601-6C89-3734D6D04B11}" dt="2025-04-21T18:04:11.213" v="668"/>
          <ac:spMkLst>
            <pc:docMk/>
            <pc:sldMk cId="2234412172" sldId="263"/>
            <ac:spMk id="48" creationId="{2151139A-886F-4B97-8815-729AD3831BBD}"/>
          </ac:spMkLst>
        </pc:spChg>
        <pc:spChg chg="add">
          <ac:chgData name="HO Po Wa" userId="S::pwhoae@connect.ust.hk::117daab9-5a54-490c-9316-91f44428aa12" providerId="AD" clId="Web-{61C61D5A-9704-C601-6C89-3734D6D04B11}" dt="2025-04-21T18:04:11.213" v="668"/>
          <ac:spMkLst>
            <pc:docMk/>
            <pc:sldMk cId="2234412172" sldId="263"/>
            <ac:spMk id="50" creationId="{AB5E08C4-8CDD-4623-A5B8-E998C6DEE3B7}"/>
          </ac:spMkLst>
        </pc:spChg>
        <pc:spChg chg="add">
          <ac:chgData name="HO Po Wa" userId="S::pwhoae@connect.ust.hk::117daab9-5a54-490c-9316-91f44428aa12" providerId="AD" clId="Web-{61C61D5A-9704-C601-6C89-3734D6D04B11}" dt="2025-04-21T18:04:11.213" v="668"/>
          <ac:spMkLst>
            <pc:docMk/>
            <pc:sldMk cId="2234412172" sldId="263"/>
            <ac:spMk id="52" creationId="{15F33878-D502-4FFA-8ACE-F2AECDB2A23F}"/>
          </ac:spMkLst>
        </pc:spChg>
        <pc:spChg chg="add">
          <ac:chgData name="HO Po Wa" userId="S::pwhoae@connect.ust.hk::117daab9-5a54-490c-9316-91f44428aa12" providerId="AD" clId="Web-{61C61D5A-9704-C601-6C89-3734D6D04B11}" dt="2025-04-21T18:04:11.213" v="668"/>
          <ac:spMkLst>
            <pc:docMk/>
            <pc:sldMk cId="2234412172" sldId="263"/>
            <ac:spMk id="54" creationId="{D3539FEE-81D3-4406-802E-60B20B16F4F6}"/>
          </ac:spMkLst>
        </pc:spChg>
        <pc:spChg chg="add">
          <ac:chgData name="HO Po Wa" userId="S::pwhoae@connect.ust.hk::117daab9-5a54-490c-9316-91f44428aa12" providerId="AD" clId="Web-{61C61D5A-9704-C601-6C89-3734D6D04B11}" dt="2025-04-21T18:04:11.213" v="668"/>
          <ac:spMkLst>
            <pc:docMk/>
            <pc:sldMk cId="2234412172" sldId="263"/>
            <ac:spMk id="56" creationId="{DC701763-729E-462F-A5A8-E0DEFEB1E2E4}"/>
          </ac:spMkLst>
        </pc:spChg>
        <pc:picChg chg="add del mod ord">
          <ac:chgData name="HO Po Wa" userId="S::pwhoae@connect.ust.hk::117daab9-5a54-490c-9316-91f44428aa12" providerId="AD" clId="Web-{61C61D5A-9704-C601-6C89-3734D6D04B11}" dt="2025-04-21T16:37:38.124" v="201"/>
          <ac:picMkLst>
            <pc:docMk/>
            <pc:sldMk cId="2234412172" sldId="263"/>
            <ac:picMk id="4" creationId="{59D06DC4-CD86-7554-DAAA-976C9B7F6C4B}"/>
          </ac:picMkLst>
        </pc:picChg>
        <pc:picChg chg="add del mod ord">
          <ac:chgData name="HO Po Wa" userId="S::pwhoae@connect.ust.hk::117daab9-5a54-490c-9316-91f44428aa12" providerId="AD" clId="Web-{61C61D5A-9704-C601-6C89-3734D6D04B11}" dt="2025-04-21T17:53:32.954" v="594"/>
          <ac:picMkLst>
            <pc:docMk/>
            <pc:sldMk cId="2234412172" sldId="263"/>
            <ac:picMk id="5" creationId="{A09AA7C3-9044-0D7F-45CB-2667735BE004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7:54:47.660" v="599"/>
          <ac:picMkLst>
            <pc:docMk/>
            <pc:sldMk cId="2234412172" sldId="263"/>
            <ac:picMk id="6" creationId="{F42AE0CF-7B0B-E9D7-2B91-1DA34A74E656}"/>
          </ac:picMkLst>
        </pc:picChg>
        <pc:picChg chg="add del mod ord">
          <ac:chgData name="HO Po Wa" userId="S::pwhoae@connect.ust.hk::117daab9-5a54-490c-9316-91f44428aa12" providerId="AD" clId="Web-{61C61D5A-9704-C601-6C89-3734D6D04B11}" dt="2025-04-21T16:38:37.752" v="204"/>
          <ac:picMkLst>
            <pc:docMk/>
            <pc:sldMk cId="2234412172" sldId="263"/>
            <ac:picMk id="7" creationId="{1D2404D4-6183-6D47-C4D4-BF6DFB6D3637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7:55:59.991" v="603"/>
          <ac:picMkLst>
            <pc:docMk/>
            <pc:sldMk cId="2234412172" sldId="263"/>
            <ac:picMk id="7" creationId="{25C33519-B671-DF98-7A86-E84E5C7D8EA6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7:50:00.977" v="554"/>
          <ac:picMkLst>
            <pc:docMk/>
            <pc:sldMk cId="2234412172" sldId="263"/>
            <ac:picMk id="8" creationId="{42E8E248-382C-BEEE-9437-A272F6D41C62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7:50:45.323" v="559"/>
          <ac:picMkLst>
            <pc:docMk/>
            <pc:sldMk cId="2234412172" sldId="263"/>
            <ac:picMk id="9" creationId="{17F618F1-A703-DA18-7540-1F261089235F}"/>
          </ac:picMkLst>
        </pc:picChg>
        <pc:picChg chg="add del mod ord">
          <ac:chgData name="HO Po Wa" userId="S::pwhoae@connect.ust.hk::117daab9-5a54-490c-9316-91f44428aa12" providerId="AD" clId="Web-{61C61D5A-9704-C601-6C89-3734D6D04B11}" dt="2025-04-21T16:53:02.861" v="245"/>
          <ac:picMkLst>
            <pc:docMk/>
            <pc:sldMk cId="2234412172" sldId="263"/>
            <ac:picMk id="10" creationId="{AB880B09-ECB5-3B90-6AAF-4583C554E558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7:57:40.760" v="608"/>
          <ac:picMkLst>
            <pc:docMk/>
            <pc:sldMk cId="2234412172" sldId="263"/>
            <ac:picMk id="11" creationId="{F552ABB9-148E-CB36-CE26-943A8AEE5A7F}"/>
          </ac:picMkLst>
        </pc:picChg>
        <pc:picChg chg="add del mod ord">
          <ac:chgData name="HO Po Wa" userId="S::pwhoae@connect.ust.hk::117daab9-5a54-490c-9316-91f44428aa12" providerId="AD" clId="Web-{61C61D5A-9704-C601-6C89-3734D6D04B11}" dt="2025-04-21T16:56:24.212" v="278"/>
          <ac:picMkLst>
            <pc:docMk/>
            <pc:sldMk cId="2234412172" sldId="263"/>
            <ac:picMk id="13" creationId="{3A638FC6-182D-9CB0-8C48-9DF054FAF5C6}"/>
          </ac:picMkLst>
        </pc:picChg>
        <pc:picChg chg="add del mod ord modCrop">
          <ac:chgData name="HO Po Wa" userId="S::pwhoae@connect.ust.hk::117daab9-5a54-490c-9316-91f44428aa12" providerId="AD" clId="Web-{61C61D5A-9704-C601-6C89-3734D6D04B11}" dt="2025-04-21T16:57:55.528" v="286"/>
          <ac:picMkLst>
            <pc:docMk/>
            <pc:sldMk cId="2234412172" sldId="263"/>
            <ac:picMk id="16" creationId="{9CAFB9F4-CAA6-BE25-1A98-F3001D4D3A86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8:01:15.612" v="637"/>
          <ac:picMkLst>
            <pc:docMk/>
            <pc:sldMk cId="2234412172" sldId="263"/>
            <ac:picMk id="18" creationId="{1AFA12AF-F154-28C0-29A6-8F7816E9990D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8:01:16.581" v="638"/>
          <ac:picMkLst>
            <pc:docMk/>
            <pc:sldMk cId="2234412172" sldId="263"/>
            <ac:picMk id="19" creationId="{00D235C7-E6CA-F282-24C9-91F605038590}"/>
          </ac:picMkLst>
        </pc:picChg>
        <pc:picChg chg="add del mod ord">
          <ac:chgData name="HO Po Wa" userId="S::pwhoae@connect.ust.hk::117daab9-5a54-490c-9316-91f44428aa12" providerId="AD" clId="Web-{61C61D5A-9704-C601-6C89-3734D6D04B11}" dt="2025-04-21T18:01:17.206" v="639"/>
          <ac:picMkLst>
            <pc:docMk/>
            <pc:sldMk cId="2234412172" sldId="263"/>
            <ac:picMk id="20" creationId="{01855F78-0B85-AAD4-EED3-287F840D63EA}"/>
          </ac:picMkLst>
        </pc:picChg>
        <pc:picChg chg="add del mod ord modCrop">
          <ac:chgData name="HO Po Wa" userId="S::pwhoae@connect.ust.hk::117daab9-5a54-490c-9316-91f44428aa12" providerId="AD" clId="Web-{61C61D5A-9704-C601-6C89-3734D6D04B11}" dt="2025-04-21T17:46:54.142" v="548"/>
          <ac:picMkLst>
            <pc:docMk/>
            <pc:sldMk cId="2234412172" sldId="263"/>
            <ac:picMk id="21" creationId="{A8C92333-4B83-32DE-E8A2-F630225CD9B6}"/>
          </ac:picMkLst>
        </pc:picChg>
        <pc:picChg chg="add del mod ord">
          <ac:chgData name="HO Po Wa" userId="S::pwhoae@connect.ust.hk::117daab9-5a54-490c-9316-91f44428aa12" providerId="AD" clId="Web-{61C61D5A-9704-C601-6C89-3734D6D04B11}" dt="2025-04-21T18:01:17.737" v="640"/>
          <ac:picMkLst>
            <pc:docMk/>
            <pc:sldMk cId="2234412172" sldId="263"/>
            <ac:picMk id="22" creationId="{A240183C-B91D-0B1B-8769-B9F31DB7AA72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8:01:24.925" v="642"/>
          <ac:picMkLst>
            <pc:docMk/>
            <pc:sldMk cId="2234412172" sldId="263"/>
            <ac:picMk id="23" creationId="{2B69AD6E-56A9-5408-0AB5-B266CE5B9228}"/>
          </ac:picMkLst>
        </pc:picChg>
        <pc:picChg chg="add del mod ord">
          <ac:chgData name="HO Po Wa" userId="S::pwhoae@connect.ust.hk::117daab9-5a54-490c-9316-91f44428aa12" providerId="AD" clId="Web-{61C61D5A-9704-C601-6C89-3734D6D04B11}" dt="2025-04-21T18:02:34.490" v="661"/>
          <ac:picMkLst>
            <pc:docMk/>
            <pc:sldMk cId="2234412172" sldId="263"/>
            <ac:picMk id="24" creationId="{153D7A7E-7D66-31E6-FED1-9F1743BD9346}"/>
          </ac:picMkLst>
        </pc:picChg>
        <pc:picChg chg="add del mod ord">
          <ac:chgData name="HO Po Wa" userId="S::pwhoae@connect.ust.hk::117daab9-5a54-490c-9316-91f44428aa12" providerId="AD" clId="Web-{61C61D5A-9704-C601-6C89-3734D6D04B11}" dt="2025-04-21T18:02:33.490" v="660"/>
          <ac:picMkLst>
            <pc:docMk/>
            <pc:sldMk cId="2234412172" sldId="263"/>
            <ac:picMk id="25" creationId="{BE08839F-FD81-A339-9275-14D8AED03F4A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8:02:35.240" v="662"/>
          <ac:picMkLst>
            <pc:docMk/>
            <pc:sldMk cId="2234412172" sldId="263"/>
            <ac:picMk id="26" creationId="{E8DAE2E4-4AAE-F919-E04E-C8019FBE4101}"/>
          </ac:picMkLst>
        </pc:picChg>
        <pc:picChg chg="add del mod">
          <ac:chgData name="HO Po Wa" userId="S::pwhoae@connect.ust.hk::117daab9-5a54-490c-9316-91f44428aa12" providerId="AD" clId="Web-{61C61D5A-9704-C601-6C89-3734D6D04B11}" dt="2025-04-21T18:02:35.834" v="663"/>
          <ac:picMkLst>
            <pc:docMk/>
            <pc:sldMk cId="2234412172" sldId="263"/>
            <ac:picMk id="28" creationId="{C348896A-0444-CDDC-9039-4B452F924BBB}"/>
          </ac:picMkLst>
        </pc:picChg>
        <pc:picChg chg="add mod">
          <ac:chgData name="HO Po Wa" userId="S::pwhoae@connect.ust.hk::117daab9-5a54-490c-9316-91f44428aa12" providerId="AD" clId="Web-{61C61D5A-9704-C601-6C89-3734D6D04B11}" dt="2025-04-21T18:04:19.729" v="673" actId="14100"/>
          <ac:picMkLst>
            <pc:docMk/>
            <pc:sldMk cId="2234412172" sldId="263"/>
            <ac:picMk id="30" creationId="{AC55D043-5245-C4F8-05A4-8995B83EC768}"/>
          </ac:picMkLst>
        </pc:picChg>
        <pc:picChg chg="add mod">
          <ac:chgData name="HO Po Wa" userId="S::pwhoae@connect.ust.hk::117daab9-5a54-490c-9316-91f44428aa12" providerId="AD" clId="Web-{61C61D5A-9704-C601-6C89-3734D6D04B11}" dt="2025-04-21T18:04:23.401" v="675" actId="14100"/>
          <ac:picMkLst>
            <pc:docMk/>
            <pc:sldMk cId="2234412172" sldId="263"/>
            <ac:picMk id="31" creationId="{ABA00947-2DB7-B762-1465-059202BCD1D2}"/>
          </ac:picMkLst>
        </pc:picChg>
      </pc:sldChg>
      <pc:sldChg chg="addSp delSp modSp new mod setBg">
        <pc:chgData name="HO Po Wa" userId="S::pwhoae@connect.ust.hk::117daab9-5a54-490c-9316-91f44428aa12" providerId="AD" clId="Web-{61C61D5A-9704-C601-6C89-3734D6D04B11}" dt="2025-04-21T18:09:49.523" v="707" actId="1076"/>
        <pc:sldMkLst>
          <pc:docMk/>
          <pc:sldMk cId="2944842484" sldId="264"/>
        </pc:sldMkLst>
        <pc:spChg chg="mod">
          <ac:chgData name="HO Po Wa" userId="S::pwhoae@connect.ust.hk::117daab9-5a54-490c-9316-91f44428aa12" providerId="AD" clId="Web-{61C61D5A-9704-C601-6C89-3734D6D04B11}" dt="2025-04-21T18:09:42.741" v="703"/>
          <ac:spMkLst>
            <pc:docMk/>
            <pc:sldMk cId="2944842484" sldId="264"/>
            <ac:spMk id="2" creationId="{6B831936-6DB1-01CD-F472-387BAA44DF86}"/>
          </ac:spMkLst>
        </pc:spChg>
        <pc:spChg chg="del">
          <ac:chgData name="HO Po Wa" userId="S::pwhoae@connect.ust.hk::117daab9-5a54-490c-9316-91f44428aa12" providerId="AD" clId="Web-{61C61D5A-9704-C601-6C89-3734D6D04B11}" dt="2025-04-21T18:09:00.693" v="696"/>
          <ac:spMkLst>
            <pc:docMk/>
            <pc:sldMk cId="2944842484" sldId="264"/>
            <ac:spMk id="3" creationId="{84BB3DBD-7383-E911-D97B-1D252F79CBB9}"/>
          </ac:spMkLst>
        </pc:spChg>
        <pc:spChg chg="add">
          <ac:chgData name="HO Po Wa" userId="S::pwhoae@connect.ust.hk::117daab9-5a54-490c-9316-91f44428aa12" providerId="AD" clId="Web-{61C61D5A-9704-C601-6C89-3734D6D04B11}" dt="2025-04-21T18:09:42.741" v="703"/>
          <ac:spMkLst>
            <pc:docMk/>
            <pc:sldMk cId="2944842484" sldId="264"/>
            <ac:spMk id="9" creationId="{F0DCC097-1DB8-4B6D-85D0-6FBA0E1CA4BA}"/>
          </ac:spMkLst>
        </pc:spChg>
        <pc:spChg chg="add">
          <ac:chgData name="HO Po Wa" userId="S::pwhoae@connect.ust.hk::117daab9-5a54-490c-9316-91f44428aa12" providerId="AD" clId="Web-{61C61D5A-9704-C601-6C89-3734D6D04B11}" dt="2025-04-21T18:09:42.741" v="703"/>
          <ac:spMkLst>
            <pc:docMk/>
            <pc:sldMk cId="2944842484" sldId="264"/>
            <ac:spMk id="11" creationId="{E0B58608-23C8-4441-994D-C6823EEE1DB7}"/>
          </ac:spMkLst>
        </pc:spChg>
        <pc:picChg chg="add mod ord">
          <ac:chgData name="HO Po Wa" userId="S::pwhoae@connect.ust.hk::117daab9-5a54-490c-9316-91f44428aa12" providerId="AD" clId="Web-{61C61D5A-9704-C601-6C89-3734D6D04B11}" dt="2025-04-21T18:09:49.523" v="707" actId="1076"/>
          <ac:picMkLst>
            <pc:docMk/>
            <pc:sldMk cId="2944842484" sldId="264"/>
            <ac:picMk id="4" creationId="{226AE201-5B54-C9C0-1440-044B47DE3616}"/>
          </ac:picMkLst>
        </pc:picChg>
      </pc:sldChg>
    </pc:docChg>
  </pc:docChgLst>
  <pc:docChgLst>
    <pc:chgData clId="Web-{3C0C66DC-8954-274D-CDEF-2AD909A20754}"/>
    <pc:docChg chg="modSld">
      <pc:chgData name="" userId="" providerId="" clId="Web-{3C0C66DC-8954-274D-CDEF-2AD909A20754}" dt="2025-04-22T05:04:43.905" v="8" actId="20577"/>
      <pc:docMkLst>
        <pc:docMk/>
      </pc:docMkLst>
      <pc:sldChg chg="modSp">
        <pc:chgData name="" userId="" providerId="" clId="Web-{3C0C66DC-8954-274D-CDEF-2AD909A20754}" dt="2025-04-22T05:04:43.905" v="8" actId="20577"/>
        <pc:sldMkLst>
          <pc:docMk/>
          <pc:sldMk cId="839847092" sldId="257"/>
        </pc:sldMkLst>
        <pc:spChg chg="mod">
          <ac:chgData name="" userId="" providerId="" clId="Web-{3C0C66DC-8954-274D-CDEF-2AD909A20754}" dt="2025-04-22T05:04:43.905" v="8" actId="20577"/>
          <ac:spMkLst>
            <pc:docMk/>
            <pc:sldMk cId="839847092" sldId="257"/>
            <ac:spMk id="2" creationId="{F8A89BD9-AF6B-22FD-2900-4BE0FB7A5CF9}"/>
          </ac:spMkLst>
        </pc:spChg>
      </pc:sldChg>
    </pc:docChg>
  </pc:docChgLst>
  <pc:docChgLst>
    <pc:chgData name="HO Po Wa" userId="S::pwhoae@connect.ust.hk::117daab9-5a54-490c-9316-91f44428aa12" providerId="AD" clId="Web-{806589A2-DDAB-520A-F6C7-F392231908A4}"/>
    <pc:docChg chg="addSld modSld">
      <pc:chgData name="HO Po Wa" userId="S::pwhoae@connect.ust.hk::117daab9-5a54-490c-9316-91f44428aa12" providerId="AD" clId="Web-{806589A2-DDAB-520A-F6C7-F392231908A4}" dt="2025-04-21T16:16:19.134" v="43"/>
      <pc:docMkLst>
        <pc:docMk/>
      </pc:docMkLst>
      <pc:sldChg chg="addSp delSp modSp new mod setBg">
        <pc:chgData name="HO Po Wa" userId="S::pwhoae@connect.ust.hk::117daab9-5a54-490c-9316-91f44428aa12" providerId="AD" clId="Web-{806589A2-DDAB-520A-F6C7-F392231908A4}" dt="2025-04-21T16:16:19.134" v="43"/>
        <pc:sldMkLst>
          <pc:docMk/>
          <pc:sldMk cId="839847092" sldId="257"/>
        </pc:sldMkLst>
        <pc:spChg chg="mod">
          <ac:chgData name="HO Po Wa" userId="S::pwhoae@connect.ust.hk::117daab9-5a54-490c-9316-91f44428aa12" providerId="AD" clId="Web-{806589A2-DDAB-520A-F6C7-F392231908A4}" dt="2025-04-21T16:16:19.134" v="43"/>
          <ac:spMkLst>
            <pc:docMk/>
            <pc:sldMk cId="839847092" sldId="257"/>
            <ac:spMk id="2" creationId="{F8A89BD9-AF6B-22FD-2900-4BE0FB7A5CF9}"/>
          </ac:spMkLst>
        </pc:spChg>
        <pc:spChg chg="add del mod">
          <ac:chgData name="HO Po Wa" userId="S::pwhoae@connect.ust.hk::117daab9-5a54-490c-9316-91f44428aa12" providerId="AD" clId="Web-{806589A2-DDAB-520A-F6C7-F392231908A4}" dt="2025-04-21T16:16:19.134" v="43"/>
          <ac:spMkLst>
            <pc:docMk/>
            <pc:sldMk cId="839847092" sldId="257"/>
            <ac:spMk id="3" creationId="{CF10B552-3B1B-A775-8F46-3B91B6BE4267}"/>
          </ac:spMkLst>
        </pc:spChg>
        <pc:spChg chg="add del">
          <ac:chgData name="HO Po Wa" userId="S::pwhoae@connect.ust.hk::117daab9-5a54-490c-9316-91f44428aa12" providerId="AD" clId="Web-{806589A2-DDAB-520A-F6C7-F392231908A4}" dt="2025-04-21T16:16:06.539" v="36"/>
          <ac:spMkLst>
            <pc:docMk/>
            <pc:sldMk cId="839847092" sldId="257"/>
            <ac:spMk id="8" creationId="{70DFC902-7D23-471A-B557-B6B6917D7A0D}"/>
          </ac:spMkLst>
        </pc:spChg>
        <pc:spChg chg="add del">
          <ac:chgData name="HO Po Wa" userId="S::pwhoae@connect.ust.hk::117daab9-5a54-490c-9316-91f44428aa12" providerId="AD" clId="Web-{806589A2-DDAB-520A-F6C7-F392231908A4}" dt="2025-04-21T16:15:57.057" v="34"/>
          <ac:spMkLst>
            <pc:docMk/>
            <pc:sldMk cId="839847092" sldId="257"/>
            <ac:spMk id="9" creationId="{9DBC8166-481C-4473-95F5-9A5B9073B7F1}"/>
          </ac:spMkLst>
        </pc:spChg>
        <pc:spChg chg="add del">
          <ac:chgData name="HO Po Wa" userId="S::pwhoae@connect.ust.hk::117daab9-5a54-490c-9316-91f44428aa12" providerId="AD" clId="Web-{806589A2-DDAB-520A-F6C7-F392231908A4}" dt="2025-04-21T16:16:06.539" v="36"/>
          <ac:spMkLst>
            <pc:docMk/>
            <pc:sldMk cId="839847092" sldId="257"/>
            <ac:spMk id="10" creationId="{A55D5633-D557-4DCA-982C-FF36EB7A1C00}"/>
          </ac:spMkLst>
        </pc:spChg>
        <pc:spChg chg="add del">
          <ac:chgData name="HO Po Wa" userId="S::pwhoae@connect.ust.hk::117daab9-5a54-490c-9316-91f44428aa12" providerId="AD" clId="Web-{806589A2-DDAB-520A-F6C7-F392231908A4}" dt="2025-04-21T16:15:57.057" v="34"/>
          <ac:spMkLst>
            <pc:docMk/>
            <pc:sldMk cId="839847092" sldId="257"/>
            <ac:spMk id="11" creationId="{A5A5CE6E-90AF-4D43-A014-1F9EC83EB93D}"/>
          </ac:spMkLst>
        </pc:spChg>
        <pc:spChg chg="add del">
          <ac:chgData name="HO Po Wa" userId="S::pwhoae@connect.ust.hk::117daab9-5a54-490c-9316-91f44428aa12" providerId="AD" clId="Web-{806589A2-DDAB-520A-F6C7-F392231908A4}" dt="2025-04-21T16:16:06.539" v="36"/>
          <ac:spMkLst>
            <pc:docMk/>
            <pc:sldMk cId="839847092" sldId="257"/>
            <ac:spMk id="12" creationId="{450D3AD2-FA80-415F-A9CE-54D884561CD7}"/>
          </ac:spMkLst>
        </pc:spChg>
        <pc:spChg chg="add del">
          <ac:chgData name="HO Po Wa" userId="S::pwhoae@connect.ust.hk::117daab9-5a54-490c-9316-91f44428aa12" providerId="AD" clId="Web-{806589A2-DDAB-520A-F6C7-F392231908A4}" dt="2025-04-21T16:16:06.539" v="36"/>
          <ac:spMkLst>
            <pc:docMk/>
            <pc:sldMk cId="839847092" sldId="257"/>
            <ac:spMk id="13" creationId="{CF10B552-3B1B-A775-8F46-3B91B6BE4267}"/>
          </ac:spMkLst>
        </pc:spChg>
        <pc:spChg chg="add">
          <ac:chgData name="HO Po Wa" userId="S::pwhoae@connect.ust.hk::117daab9-5a54-490c-9316-91f44428aa12" providerId="AD" clId="Web-{806589A2-DDAB-520A-F6C7-F392231908A4}" dt="2025-04-21T16:16:19.134" v="43"/>
          <ac:spMkLst>
            <pc:docMk/>
            <pc:sldMk cId="839847092" sldId="257"/>
            <ac:spMk id="15" creationId="{D5B0017B-2ECA-49AF-B397-DC140825DF8D}"/>
          </ac:spMkLst>
        </pc:spChg>
        <pc:spChg chg="add del">
          <ac:chgData name="HO Po Wa" userId="S::pwhoae@connect.ust.hk::117daab9-5a54-490c-9316-91f44428aa12" providerId="AD" clId="Web-{806589A2-DDAB-520A-F6C7-F392231908A4}" dt="2025-04-21T16:16:13.883" v="38"/>
          <ac:spMkLst>
            <pc:docMk/>
            <pc:sldMk cId="839847092" sldId="257"/>
            <ac:spMk id="19" creationId="{EDDBB197-D710-4A4F-A9CA-FD2177498BE8}"/>
          </ac:spMkLst>
        </pc:spChg>
        <pc:spChg chg="add del">
          <ac:chgData name="HO Po Wa" userId="S::pwhoae@connect.ust.hk::117daab9-5a54-490c-9316-91f44428aa12" providerId="AD" clId="Web-{806589A2-DDAB-520A-F6C7-F392231908A4}" dt="2025-04-21T16:16:13.883" v="38"/>
          <ac:spMkLst>
            <pc:docMk/>
            <pc:sldMk cId="839847092" sldId="257"/>
            <ac:spMk id="20" creationId="{975D1CFA-2CDB-4B64-BD9F-85744E8DA12F}"/>
          </ac:spMkLst>
        </pc:spChg>
        <pc:spChg chg="add del">
          <ac:chgData name="HO Po Wa" userId="S::pwhoae@connect.ust.hk::117daab9-5a54-490c-9316-91f44428aa12" providerId="AD" clId="Web-{806589A2-DDAB-520A-F6C7-F392231908A4}" dt="2025-04-21T16:16:13.883" v="38"/>
          <ac:spMkLst>
            <pc:docMk/>
            <pc:sldMk cId="839847092" sldId="257"/>
            <ac:spMk id="21" creationId="{CF10B552-3B1B-A775-8F46-3B91B6BE4267}"/>
          </ac:spMkLst>
        </pc:spChg>
        <pc:spChg chg="add">
          <ac:chgData name="HO Po Wa" userId="S::pwhoae@connect.ust.hk::117daab9-5a54-490c-9316-91f44428aa12" providerId="AD" clId="Web-{806589A2-DDAB-520A-F6C7-F392231908A4}" dt="2025-04-21T16:16:19.134" v="43"/>
          <ac:spMkLst>
            <pc:docMk/>
            <pc:sldMk cId="839847092" sldId="257"/>
            <ac:spMk id="27" creationId="{B6CDA21F-E7AF-4C75-8395-33F58D5B0E45}"/>
          </ac:spMkLst>
        </pc:spChg>
        <pc:spChg chg="add">
          <ac:chgData name="HO Po Wa" userId="S::pwhoae@connect.ust.hk::117daab9-5a54-490c-9316-91f44428aa12" providerId="AD" clId="Web-{806589A2-DDAB-520A-F6C7-F392231908A4}" dt="2025-04-21T16:16:19.134" v="43"/>
          <ac:spMkLst>
            <pc:docMk/>
            <pc:sldMk cId="839847092" sldId="257"/>
            <ac:spMk id="32" creationId="{CF10B552-3B1B-A775-8F46-3B91B6BE4267}"/>
          </ac:spMkLst>
        </pc:spChg>
        <pc:grpChg chg="add del">
          <ac:chgData name="HO Po Wa" userId="S::pwhoae@connect.ust.hk::117daab9-5a54-490c-9316-91f44428aa12" providerId="AD" clId="Web-{806589A2-DDAB-520A-F6C7-F392231908A4}" dt="2025-04-21T16:16:13.883" v="38"/>
          <ac:grpSpMkLst>
            <pc:docMk/>
            <pc:sldMk cId="839847092" sldId="257"/>
            <ac:grpSpMk id="14" creationId="{25EE5136-01F1-466C-962D-BA9B4C6757AA}"/>
          </ac:grpSpMkLst>
        </pc:grpChg>
        <pc:grpChg chg="add">
          <ac:chgData name="HO Po Wa" userId="S::pwhoae@connect.ust.hk::117daab9-5a54-490c-9316-91f44428aa12" providerId="AD" clId="Web-{806589A2-DDAB-520A-F6C7-F392231908A4}" dt="2025-04-21T16:16:19.134" v="43"/>
          <ac:grpSpMkLst>
            <pc:docMk/>
            <pc:sldMk cId="839847092" sldId="257"/>
            <ac:grpSpMk id="28" creationId="{AE1C45F0-260A-458C-96ED-C1F6D2151219}"/>
          </ac:grpSpMkLst>
        </pc:grpChg>
        <pc:graphicFrameChg chg="add del">
          <ac:chgData name="HO Po Wa" userId="S::pwhoae@connect.ust.hk::117daab9-5a54-490c-9316-91f44428aa12" providerId="AD" clId="Web-{806589A2-DDAB-520A-F6C7-F392231908A4}" dt="2025-04-21T16:15:57.057" v="34"/>
          <ac:graphicFrameMkLst>
            <pc:docMk/>
            <pc:sldMk cId="839847092" sldId="257"/>
            <ac:graphicFrameMk id="5" creationId="{9FB46145-0DA8-220C-4903-06FA5B681A5E}"/>
          </ac:graphicFrameMkLst>
        </pc:graphicFrameChg>
        <pc:graphicFrameChg chg="add del">
          <ac:chgData name="HO Po Wa" userId="S::pwhoae@connect.ust.hk::117daab9-5a54-490c-9316-91f44428aa12" providerId="AD" clId="Web-{806589A2-DDAB-520A-F6C7-F392231908A4}" dt="2025-04-21T16:16:16.368" v="40"/>
          <ac:graphicFrameMkLst>
            <pc:docMk/>
            <pc:sldMk cId="839847092" sldId="257"/>
            <ac:graphicFrameMk id="23" creationId="{8A1A9302-818B-56F1-6BAC-22B06524441C}"/>
          </ac:graphicFrameMkLst>
        </pc:graphicFrameChg>
        <pc:graphicFrameChg chg="add del">
          <ac:chgData name="HO Po Wa" userId="S::pwhoae@connect.ust.hk::117daab9-5a54-490c-9316-91f44428aa12" providerId="AD" clId="Web-{806589A2-DDAB-520A-F6C7-F392231908A4}" dt="2025-04-21T16:16:19.134" v="42"/>
          <ac:graphicFrameMkLst>
            <pc:docMk/>
            <pc:sldMk cId="839847092" sldId="257"/>
            <ac:graphicFrameMk id="25" creationId="{C2BECB76-63F2-40A4-B6A8-B40F0929369E}"/>
          </ac:graphicFrameMkLst>
        </pc:graphicFrameChg>
        <pc:picChg chg="add del">
          <ac:chgData name="HO Po Wa" userId="S::pwhoae@connect.ust.hk::117daab9-5a54-490c-9316-91f44428aa12" providerId="AD" clId="Web-{806589A2-DDAB-520A-F6C7-F392231908A4}" dt="2025-04-21T16:16:13.883" v="38"/>
          <ac:picMkLst>
            <pc:docMk/>
            <pc:sldMk cId="839847092" sldId="257"/>
            <ac:picMk id="7" creationId="{87E46B57-BC27-7339-292C-CC7BEB550436}"/>
          </ac:picMkLst>
        </pc:picChg>
        <pc:cxnChg chg="add">
          <ac:chgData name="HO Po Wa" userId="S::pwhoae@connect.ust.hk::117daab9-5a54-490c-9316-91f44428aa12" providerId="AD" clId="Web-{806589A2-DDAB-520A-F6C7-F392231908A4}" dt="2025-04-21T16:16:19.134" v="43"/>
          <ac:cxnSpMkLst>
            <pc:docMk/>
            <pc:sldMk cId="839847092" sldId="257"/>
            <ac:cxnSpMk id="17" creationId="{6CF1BAF6-AD41-4082-B212-8A1F9A2E8779}"/>
          </ac:cxnSpMkLst>
        </pc:cxnChg>
      </pc:sldChg>
    </pc:docChg>
  </pc:docChgLst>
  <pc:docChgLst>
    <pc:chgData name="HO Po Wa" userId="S::pwhoae@connect.ust.hk::117daab9-5a54-490c-9316-91f44428aa12" providerId="AD" clId="Web-{3C0C66DC-8954-274D-CDEF-2AD909A20754}"/>
    <pc:docChg chg="modSld">
      <pc:chgData name="HO Po Wa" userId="S::pwhoae@connect.ust.hk::117daab9-5a54-490c-9316-91f44428aa12" providerId="AD" clId="Web-{3C0C66DC-8954-274D-CDEF-2AD909A20754}" dt="2025-04-22T05:47:18.195" v="8"/>
      <pc:docMkLst>
        <pc:docMk/>
      </pc:docMkLst>
      <pc:sldChg chg="addSp delSp modSp">
        <pc:chgData name="HO Po Wa" userId="S::pwhoae@connect.ust.hk::117daab9-5a54-490c-9316-91f44428aa12" providerId="AD" clId="Web-{3C0C66DC-8954-274D-CDEF-2AD909A20754}" dt="2025-04-22T05:47:18.195" v="8"/>
        <pc:sldMkLst>
          <pc:docMk/>
          <pc:sldMk cId="109857222" sldId="256"/>
        </pc:sldMkLst>
        <pc:spChg chg="mod">
          <ac:chgData name="HO Po Wa" userId="S::pwhoae@connect.ust.hk::117daab9-5a54-490c-9316-91f44428aa12" providerId="AD" clId="Web-{3C0C66DC-8954-274D-CDEF-2AD909A20754}" dt="2025-04-22T05:47:18.195" v="8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O Po Wa" userId="S::pwhoae@connect.ust.hk::117daab9-5a54-490c-9316-91f44428aa12" providerId="AD" clId="Web-{3C0C66DC-8954-274D-CDEF-2AD909A20754}" dt="2025-04-22T05:47:18.195" v="8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HO Po Wa" userId="S::pwhoae@connect.ust.hk::117daab9-5a54-490c-9316-91f44428aa12" providerId="AD" clId="Web-{3C0C66DC-8954-274D-CDEF-2AD909A20754}" dt="2025-04-22T05:47:18.195" v="8"/>
          <ac:spMkLst>
            <pc:docMk/>
            <pc:sldMk cId="109857222" sldId="256"/>
            <ac:spMk id="34" creationId="{C7F28D52-2A5F-4D23-81AE-7CB8B591C7AF}"/>
          </ac:spMkLst>
        </pc:spChg>
        <pc:spChg chg="add del">
          <ac:chgData name="HO Po Wa" userId="S::pwhoae@connect.ust.hk::117daab9-5a54-490c-9316-91f44428aa12" providerId="AD" clId="Web-{3C0C66DC-8954-274D-CDEF-2AD909A20754}" dt="2025-04-22T05:47:18.195" v="8"/>
          <ac:spMkLst>
            <pc:docMk/>
            <pc:sldMk cId="109857222" sldId="256"/>
            <ac:spMk id="42" creationId="{FFD48BC7-DC40-47DE-87EE-9F4B6ECB9ABB}"/>
          </ac:spMkLst>
        </pc:spChg>
        <pc:spChg chg="add del">
          <ac:chgData name="HO Po Wa" userId="S::pwhoae@connect.ust.hk::117daab9-5a54-490c-9316-91f44428aa12" providerId="AD" clId="Web-{3C0C66DC-8954-274D-CDEF-2AD909A20754}" dt="2025-04-22T05:47:18.195" v="8"/>
          <ac:spMkLst>
            <pc:docMk/>
            <pc:sldMk cId="109857222" sldId="256"/>
            <ac:spMk id="43" creationId="{E502BBC7-2C76-46F3-BC24-5985BC13DB88}"/>
          </ac:spMkLst>
        </pc:spChg>
        <pc:spChg chg="add del">
          <ac:chgData name="HO Po Wa" userId="S::pwhoae@connect.ust.hk::117daab9-5a54-490c-9316-91f44428aa12" providerId="AD" clId="Web-{3C0C66DC-8954-274D-CDEF-2AD909A20754}" dt="2025-04-22T05:47:18.195" v="8"/>
          <ac:spMkLst>
            <pc:docMk/>
            <pc:sldMk cId="109857222" sldId="256"/>
            <ac:spMk id="44" creationId="{3629484E-3792-4B3D-89AD-7C8A1ED0E0D4}"/>
          </ac:spMkLst>
        </pc:spChg>
        <pc:spChg chg="add del">
          <ac:chgData name="HO Po Wa" userId="S::pwhoae@connect.ust.hk::117daab9-5a54-490c-9316-91f44428aa12" providerId="AD" clId="Web-{3C0C66DC-8954-274D-CDEF-2AD909A20754}" dt="2025-04-22T05:47:18.195" v="8"/>
          <ac:spMkLst>
            <pc:docMk/>
            <pc:sldMk cId="109857222" sldId="256"/>
            <ac:spMk id="50" creationId="{C1DD1A8A-57D5-4A81-AD04-532B043C5611}"/>
          </ac:spMkLst>
        </pc:spChg>
        <pc:spChg chg="add del">
          <ac:chgData name="HO Po Wa" userId="S::pwhoae@connect.ust.hk::117daab9-5a54-490c-9316-91f44428aa12" providerId="AD" clId="Web-{3C0C66DC-8954-274D-CDEF-2AD909A20754}" dt="2025-04-22T05:47:18.195" v="8"/>
          <ac:spMkLst>
            <pc:docMk/>
            <pc:sldMk cId="109857222" sldId="256"/>
            <ac:spMk id="52" creationId="{007891EC-4501-44ED-A8C8-B11B6DB767AB}"/>
          </ac:spMkLst>
        </pc:spChg>
        <pc:picChg chg="add del">
          <ac:chgData name="HO Po Wa" userId="S::pwhoae@connect.ust.hk::117daab9-5a54-490c-9316-91f44428aa12" providerId="AD" clId="Web-{3C0C66DC-8954-274D-CDEF-2AD909A20754}" dt="2025-04-22T05:47:18.195" v="8"/>
          <ac:picMkLst>
            <pc:docMk/>
            <pc:sldMk cId="109857222" sldId="256"/>
            <ac:picMk id="46" creationId="{A14DE9A0-22C9-E41B-59CA-09830364DE7C}"/>
          </ac:picMkLst>
        </pc:picChg>
      </pc:sldChg>
      <pc:sldChg chg="modSp">
        <pc:chgData name="HO Po Wa" userId="S::pwhoae@connect.ust.hk::117daab9-5a54-490c-9316-91f44428aa12" providerId="AD" clId="Web-{3C0C66DC-8954-274D-CDEF-2AD909A20754}" dt="2025-04-22T05:05:04.843" v="2" actId="20577"/>
        <pc:sldMkLst>
          <pc:docMk/>
          <pc:sldMk cId="839847092" sldId="257"/>
        </pc:sldMkLst>
        <pc:spChg chg="mod">
          <ac:chgData name="HO Po Wa" userId="S::pwhoae@connect.ust.hk::117daab9-5a54-490c-9316-91f44428aa12" providerId="AD" clId="Web-{3C0C66DC-8954-274D-CDEF-2AD909A20754}" dt="2025-04-22T05:05:04.843" v="2" actId="20577"/>
          <ac:spMkLst>
            <pc:docMk/>
            <pc:sldMk cId="839847092" sldId="257"/>
            <ac:spMk id="2" creationId="{F8A89BD9-AF6B-22FD-2900-4BE0FB7A5CF9}"/>
          </ac:spMkLst>
        </pc:spChg>
      </pc:sldChg>
      <pc:sldChg chg="addSp delSp modSp">
        <pc:chgData name="HO Po Wa" userId="S::pwhoae@connect.ust.hk::117daab9-5a54-490c-9316-91f44428aa12" providerId="AD" clId="Web-{3C0C66DC-8954-274D-CDEF-2AD909A20754}" dt="2025-04-22T05:46:33.398" v="6"/>
        <pc:sldMkLst>
          <pc:docMk/>
          <pc:sldMk cId="1566271854" sldId="262"/>
        </pc:sldMkLst>
        <pc:spChg chg="mod">
          <ac:chgData name="HO Po Wa" userId="S::pwhoae@connect.ust.hk::117daab9-5a54-490c-9316-91f44428aa12" providerId="AD" clId="Web-{3C0C66DC-8954-274D-CDEF-2AD909A20754}" dt="2025-04-22T05:46:10.445" v="4"/>
          <ac:spMkLst>
            <pc:docMk/>
            <pc:sldMk cId="1566271854" sldId="262"/>
            <ac:spMk id="2" creationId="{9D48537F-8EB5-EA7A-E078-33CB88FCB418}"/>
          </ac:spMkLst>
        </pc:spChg>
        <pc:spChg chg="del">
          <ac:chgData name="HO Po Wa" userId="S::pwhoae@connect.ust.hk::117daab9-5a54-490c-9316-91f44428aa12" providerId="AD" clId="Web-{3C0C66DC-8954-274D-CDEF-2AD909A20754}" dt="2025-04-22T05:46:10.445" v="4"/>
          <ac:spMkLst>
            <pc:docMk/>
            <pc:sldMk cId="1566271854" sldId="262"/>
            <ac:spMk id="49" creationId="{0C541B88-1AE9-40C3-AFD5-967787C1979F}"/>
          </ac:spMkLst>
        </pc:spChg>
        <pc:spChg chg="del">
          <ac:chgData name="HO Po Wa" userId="S::pwhoae@connect.ust.hk::117daab9-5a54-490c-9316-91f44428aa12" providerId="AD" clId="Web-{3C0C66DC-8954-274D-CDEF-2AD909A20754}" dt="2025-04-22T05:46:10.445" v="4"/>
          <ac:spMkLst>
            <pc:docMk/>
            <pc:sldMk cId="1566271854" sldId="262"/>
            <ac:spMk id="51" creationId="{E5F17139-31EE-46AC-B04F-DBBD852DD6CB}"/>
          </ac:spMkLst>
        </pc:spChg>
        <pc:spChg chg="del">
          <ac:chgData name="HO Po Wa" userId="S::pwhoae@connect.ust.hk::117daab9-5a54-490c-9316-91f44428aa12" providerId="AD" clId="Web-{3C0C66DC-8954-274D-CDEF-2AD909A20754}" dt="2025-04-22T05:46:10.445" v="4"/>
          <ac:spMkLst>
            <pc:docMk/>
            <pc:sldMk cId="1566271854" sldId="262"/>
            <ac:spMk id="57" creationId="{89D16701-DA76-4F72-BB63-E2C3FFBDFE0F}"/>
          </ac:spMkLst>
        </pc:spChg>
        <pc:spChg chg="del">
          <ac:chgData name="HO Po Wa" userId="S::pwhoae@connect.ust.hk::117daab9-5a54-490c-9316-91f44428aa12" providerId="AD" clId="Web-{3C0C66DC-8954-274D-CDEF-2AD909A20754}" dt="2025-04-22T05:46:10.445" v="4"/>
          <ac:spMkLst>
            <pc:docMk/>
            <pc:sldMk cId="1566271854" sldId="262"/>
            <ac:spMk id="59" creationId="{1CC28BE1-9DC6-43FE-9582-39F091098D77}"/>
          </ac:spMkLst>
        </pc:spChg>
        <pc:spChg chg="add del">
          <ac:chgData name="HO Po Wa" userId="S::pwhoae@connect.ust.hk::117daab9-5a54-490c-9316-91f44428aa12" providerId="AD" clId="Web-{3C0C66DC-8954-274D-CDEF-2AD909A20754}" dt="2025-04-22T05:46:33.398" v="6"/>
          <ac:spMkLst>
            <pc:docMk/>
            <pc:sldMk cId="1566271854" sldId="262"/>
            <ac:spMk id="80" creationId="{E51BA4DF-2BD4-4EC2-B1DB-B27C8AC71864}"/>
          </ac:spMkLst>
        </pc:spChg>
        <pc:spChg chg="add">
          <ac:chgData name="HO Po Wa" userId="S::pwhoae@connect.ust.hk::117daab9-5a54-490c-9316-91f44428aa12" providerId="AD" clId="Web-{3C0C66DC-8954-274D-CDEF-2AD909A20754}" dt="2025-04-22T05:46:33.398" v="6"/>
          <ac:spMkLst>
            <pc:docMk/>
            <pc:sldMk cId="1566271854" sldId="262"/>
            <ac:spMk id="85" creationId="{E51BA4DF-2BD4-4EC2-B1DB-B27C8AC71864}"/>
          </ac:spMkLst>
        </pc:spChg>
        <pc:grpChg chg="del">
          <ac:chgData name="HO Po Wa" userId="S::pwhoae@connect.ust.hk::117daab9-5a54-490c-9316-91f44428aa12" providerId="AD" clId="Web-{3C0C66DC-8954-274D-CDEF-2AD909A20754}" dt="2025-04-22T05:46:10.445" v="4"/>
          <ac:grpSpMkLst>
            <pc:docMk/>
            <pc:sldMk cId="1566271854" sldId="262"/>
            <ac:grpSpMk id="53" creationId="{7CF625D3-71A3-4F30-A096-8EF334E959D0}"/>
          </ac:grpSpMkLst>
        </pc:grpChg>
        <pc:grpChg chg="del">
          <ac:chgData name="HO Po Wa" userId="S::pwhoae@connect.ust.hk::117daab9-5a54-490c-9316-91f44428aa12" providerId="AD" clId="Web-{3C0C66DC-8954-274D-CDEF-2AD909A20754}" dt="2025-04-22T05:46:10.445" v="4"/>
          <ac:grpSpMkLst>
            <pc:docMk/>
            <pc:sldMk cId="1566271854" sldId="262"/>
            <ac:grpSpMk id="61" creationId="{AF9AF3F3-CE0C-4125-BDD7-346487FA0B40}"/>
          </ac:grpSpMkLst>
        </pc:grpChg>
        <pc:graphicFrameChg chg="mod modGraphic">
          <ac:chgData name="HO Po Wa" userId="S::pwhoae@connect.ust.hk::117daab9-5a54-490c-9316-91f44428aa12" providerId="AD" clId="Web-{3C0C66DC-8954-274D-CDEF-2AD909A20754}" dt="2025-04-22T05:46:33.398" v="6"/>
          <ac:graphicFrameMkLst>
            <pc:docMk/>
            <pc:sldMk cId="1566271854" sldId="262"/>
            <ac:graphicFrameMk id="34" creationId="{729BEE8D-D5D2-316A-B129-9BDDB6B74557}"/>
          </ac:graphicFrameMkLst>
        </pc:graphicFrameChg>
        <pc:picChg chg="add mod">
          <ac:chgData name="HO Po Wa" userId="S::pwhoae@connect.ust.hk::117daab9-5a54-490c-9316-91f44428aa12" providerId="AD" clId="Web-{3C0C66DC-8954-274D-CDEF-2AD909A20754}" dt="2025-04-22T05:46:33.398" v="6"/>
          <ac:picMkLst>
            <pc:docMk/>
            <pc:sldMk cId="1566271854" sldId="262"/>
            <ac:picMk id="76" creationId="{2E72088B-CF3A-4EAE-D5BF-9DF92A5D61BD}"/>
          </ac:picMkLst>
        </pc:picChg>
      </pc:sldChg>
      <pc:sldChg chg="mod modShow">
        <pc:chgData name="HO Po Wa" userId="S::pwhoae@connect.ust.hk::117daab9-5a54-490c-9316-91f44428aa12" providerId="AD" clId="Web-{3C0C66DC-8954-274D-CDEF-2AD909A20754}" dt="2025-04-22T05:34:18.657" v="3"/>
        <pc:sldMkLst>
          <pc:docMk/>
          <pc:sldMk cId="2944842484" sldId="264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CE11F2-ED44-4332-98EF-35D6B677E048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AD72051-D949-48B8-BCDC-52AB875C3931}">
      <dgm:prSet phldrT="[Text]" phldr="0"/>
      <dgm:spPr/>
      <dgm:t>
        <a:bodyPr/>
        <a:lstStyle/>
        <a:p>
          <a:pPr rtl="0"/>
          <a:r>
            <a:rPr lang="en-US" dirty="0"/>
            <a:t>Definition of Automation</a:t>
          </a:r>
        </a:p>
      </dgm:t>
    </dgm:pt>
    <dgm:pt modelId="{5B9D4B5E-DA81-4443-95FE-ACAAF5257418}" type="parTrans" cxnId="{4090AF4E-02B7-46CE-B4DB-AF0347B42151}">
      <dgm:prSet/>
      <dgm:spPr/>
      <dgm:t>
        <a:bodyPr/>
        <a:lstStyle/>
        <a:p>
          <a:endParaRPr lang="en-US"/>
        </a:p>
      </dgm:t>
    </dgm:pt>
    <dgm:pt modelId="{28DCA358-33CF-4472-A137-D4EB7E9A1E11}" type="sibTrans" cxnId="{4090AF4E-02B7-46CE-B4DB-AF0347B42151}">
      <dgm:prSet/>
      <dgm:spPr/>
      <dgm:t>
        <a:bodyPr/>
        <a:lstStyle/>
        <a:p>
          <a:endParaRPr lang="en-US"/>
        </a:p>
      </dgm:t>
    </dgm:pt>
    <dgm:pt modelId="{660859DC-045A-49A5-B5D9-7CCBD874A6AB}">
      <dgm:prSet phldrT="[Text]" phldr="0"/>
      <dgm:spPr/>
      <dgm:t>
        <a:bodyPr/>
        <a:lstStyle/>
        <a:p>
          <a:pPr rtl="0"/>
          <a:r>
            <a:rPr lang="en-US" dirty="0"/>
            <a:t>Impact on </a:t>
          </a:r>
          <a:r>
            <a:rPr lang="en-US" dirty="0">
              <a:latin typeface="Aptos Display" panose="020F0302020204030204"/>
            </a:rPr>
            <a:t>Employment </a:t>
          </a:r>
        </a:p>
      </dgm:t>
    </dgm:pt>
    <dgm:pt modelId="{D0CA4E13-E514-4CF6-9003-99A996CA60D8}" type="parTrans" cxnId="{2EDC3EB5-2A4E-45DB-82AB-D33FAC719EAA}">
      <dgm:prSet/>
      <dgm:spPr/>
      <dgm:t>
        <a:bodyPr/>
        <a:lstStyle/>
        <a:p>
          <a:endParaRPr lang="en-US"/>
        </a:p>
      </dgm:t>
    </dgm:pt>
    <dgm:pt modelId="{D379ACC6-35C6-4925-9D39-46D1E0EAFE8D}" type="sibTrans" cxnId="{2EDC3EB5-2A4E-45DB-82AB-D33FAC719EAA}">
      <dgm:prSet/>
      <dgm:spPr/>
      <dgm:t>
        <a:bodyPr/>
        <a:lstStyle/>
        <a:p>
          <a:endParaRPr lang="en-US"/>
        </a:p>
      </dgm:t>
    </dgm:pt>
    <dgm:pt modelId="{D851C049-A51F-4A45-95C8-47BDAEB23DBE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Opportunity</a:t>
          </a:r>
          <a:r>
            <a:rPr lang="en-US" dirty="0"/>
            <a:t> and </a:t>
          </a:r>
          <a:r>
            <a:rPr lang="en-US" dirty="0">
              <a:latin typeface="Aptos Display" panose="020F0302020204030204"/>
            </a:rPr>
            <a:t>Challenge</a:t>
          </a:r>
        </a:p>
      </dgm:t>
    </dgm:pt>
    <dgm:pt modelId="{314F5AD9-FF13-41C1-903A-922120A73D4A}" type="parTrans" cxnId="{5D3F22A0-F793-4397-8AD8-6B5A6E67608D}">
      <dgm:prSet/>
      <dgm:spPr/>
      <dgm:t>
        <a:bodyPr/>
        <a:lstStyle/>
        <a:p>
          <a:endParaRPr lang="en-US"/>
        </a:p>
      </dgm:t>
    </dgm:pt>
    <dgm:pt modelId="{7FF67FCA-1F23-49D5-8E1B-096FD6516C35}" type="sibTrans" cxnId="{5D3F22A0-F793-4397-8AD8-6B5A6E67608D}">
      <dgm:prSet/>
      <dgm:spPr/>
      <dgm:t>
        <a:bodyPr/>
        <a:lstStyle/>
        <a:p>
          <a:endParaRPr lang="en-US"/>
        </a:p>
      </dgm:t>
    </dgm:pt>
    <dgm:pt modelId="{32A000DB-94C9-4117-B16F-00E0C3C16983}">
      <dgm:prSet phldr="0"/>
      <dgm:spPr/>
      <dgm:t>
        <a:bodyPr/>
        <a:lstStyle/>
        <a:p>
          <a:pPr rtl="0"/>
          <a:r>
            <a:rPr lang="en-US" dirty="0"/>
            <a:t>is defined as the use of technology to operate </a:t>
          </a:r>
          <a:r>
            <a:rPr lang="en-US" dirty="0">
              <a:latin typeface="Aptos Display" panose="020F0302020204030204"/>
            </a:rPr>
            <a:t>without human</a:t>
          </a:r>
          <a:r>
            <a:rPr lang="en-US" dirty="0"/>
            <a:t> </a:t>
          </a:r>
          <a:r>
            <a:rPr lang="en-US" dirty="0">
              <a:latin typeface="Aptos Display" panose="020F0302020204030204"/>
            </a:rPr>
            <a:t>intervention</a:t>
          </a:r>
        </a:p>
      </dgm:t>
    </dgm:pt>
    <dgm:pt modelId="{3BA72926-0E6D-4459-BEC6-333D92FB489B}" type="parTrans" cxnId="{7AA859A6-B9D1-4771-BD9C-767E88ED2943}">
      <dgm:prSet/>
      <dgm:spPr/>
    </dgm:pt>
    <dgm:pt modelId="{CDB20FF8-FE9B-4CDF-AB4E-2448ED3E3D58}" type="sibTrans" cxnId="{7AA859A6-B9D1-4771-BD9C-767E88ED2943}">
      <dgm:prSet/>
      <dgm:spPr/>
    </dgm:pt>
    <dgm:pt modelId="{C4B2C0DE-2701-4F5C-9D85-12BFE8BBFB7C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By</a:t>
          </a:r>
          <a:r>
            <a:rPr lang="en-US" dirty="0"/>
            <a:t> 2030, up to 800 million global workers could be displaced </a:t>
          </a:r>
          <a:r>
            <a:rPr lang="en-US" dirty="0">
              <a:latin typeface="Aptos Display" panose="020F0302020204030204"/>
            </a:rPr>
            <a:t>by automation</a:t>
          </a:r>
        </a:p>
      </dgm:t>
    </dgm:pt>
    <dgm:pt modelId="{50AB03F4-7810-4FA1-B35C-75D9994B8E31}" type="parTrans" cxnId="{368B5270-3777-4A3F-87C1-054C2AD8DEAC}">
      <dgm:prSet/>
      <dgm:spPr/>
    </dgm:pt>
    <dgm:pt modelId="{2F27A0A3-EE1B-4DA9-A489-8346FD4E6129}" type="sibTrans" cxnId="{368B5270-3777-4A3F-87C1-054C2AD8DEAC}">
      <dgm:prSet/>
      <dgm:spPr/>
    </dgm:pt>
    <dgm:pt modelId="{AF5D1BD1-3FB0-4EBB-A46F-0FDD02FCE918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is</a:t>
          </a:r>
          <a:r>
            <a:rPr lang="en-US" dirty="0"/>
            <a:t> becoming increasingly critical as countries recover from </a:t>
          </a:r>
          <a:r>
            <a:rPr lang="en-US" dirty="0">
              <a:latin typeface="Aptos Display" panose="020F0302020204030204"/>
            </a:rPr>
            <a:t>the economic</a:t>
          </a:r>
          <a:r>
            <a:rPr lang="en-US" dirty="0"/>
            <a:t> effects of COVID-19 into everyday business operations </a:t>
          </a:r>
        </a:p>
      </dgm:t>
    </dgm:pt>
    <dgm:pt modelId="{75F1AFAB-DABB-4A38-B854-F9D9790C8FD2}" type="parTrans" cxnId="{D3C81380-2A18-4E3C-ACA3-DC727F255C16}">
      <dgm:prSet/>
      <dgm:spPr/>
    </dgm:pt>
    <dgm:pt modelId="{F05F598A-4F34-4CA6-9C62-2D83AB624B95}" type="sibTrans" cxnId="{D3C81380-2A18-4E3C-ACA3-DC727F255C16}">
      <dgm:prSet/>
      <dgm:spPr/>
    </dgm:pt>
    <dgm:pt modelId="{30A88157-6FFB-4967-AC1F-648B6252277E}">
      <dgm:prSet phldr="0"/>
      <dgm:spPr/>
      <dgm:t>
        <a:bodyPr/>
        <a:lstStyle/>
        <a:p>
          <a:r>
            <a:rPr lang="en-US" dirty="0"/>
            <a:t>raises concerns about job loss and the widening skills gap</a:t>
          </a:r>
        </a:p>
      </dgm:t>
    </dgm:pt>
    <dgm:pt modelId="{7934A516-D019-488F-A7E2-123BB0182B00}" type="parTrans" cxnId="{26B630A4-ACF7-4822-88F7-8FEE79C8210B}">
      <dgm:prSet/>
      <dgm:spPr/>
    </dgm:pt>
    <dgm:pt modelId="{6B9580D1-150F-4577-BDCD-41A745F48902}" type="sibTrans" cxnId="{26B630A4-ACF7-4822-88F7-8FEE79C8210B}">
      <dgm:prSet/>
      <dgm:spPr/>
    </dgm:pt>
    <dgm:pt modelId="{CE894B6F-3862-4DDA-8530-19A932CE0939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Technological</a:t>
          </a:r>
          <a:r>
            <a:rPr lang="en-US" dirty="0"/>
            <a:t> advancements reshape the job market </a:t>
          </a:r>
          <a:r>
            <a:rPr lang="en-US" dirty="0">
              <a:latin typeface="Aptos Display" panose="020F0302020204030204"/>
            </a:rPr>
            <a:t>by displacing</a:t>
          </a:r>
          <a:r>
            <a:rPr lang="en-US" dirty="0"/>
            <a:t> </a:t>
          </a:r>
          <a:r>
            <a:rPr lang="en-US" dirty="0">
              <a:latin typeface="Aptos Display" panose="020F0302020204030204"/>
            </a:rPr>
            <a:t>         </a:t>
          </a:r>
          <a:r>
            <a:rPr lang="en-US" dirty="0"/>
            <a:t>certain jobs</a:t>
          </a:r>
          <a:endParaRPr lang="en-US" dirty="0">
            <a:latin typeface="Aptos Display" panose="020F0302020204030204"/>
          </a:endParaRPr>
        </a:p>
      </dgm:t>
    </dgm:pt>
    <dgm:pt modelId="{EC488B1D-EBA6-4429-A054-6D070BE93112}" type="parTrans" cxnId="{93D42E3C-8F09-4EB2-B055-632AA1438D10}">
      <dgm:prSet/>
      <dgm:spPr/>
    </dgm:pt>
    <dgm:pt modelId="{CCC7BD96-37C6-494E-B0B6-7F2964A5CA0B}" type="sibTrans" cxnId="{93D42E3C-8F09-4EB2-B055-632AA1438D10}">
      <dgm:prSet/>
      <dgm:spPr/>
    </dgm:pt>
    <dgm:pt modelId="{F57D8672-2452-4815-BD56-17B361B6BBC8}">
      <dgm:prSet phldr="0"/>
      <dgm:spPr/>
      <dgm:t>
        <a:bodyPr/>
        <a:lstStyle/>
        <a:p>
          <a:pPr rtl="0"/>
          <a:r>
            <a:rPr lang="en-US" dirty="0"/>
            <a:t>However, they also create new opportunities through innovation </a:t>
          </a:r>
          <a:r>
            <a:rPr lang="en-US" dirty="0">
              <a:latin typeface="Aptos Display" panose="020F0302020204030204"/>
            </a:rPr>
            <a:t>                    and economic</a:t>
          </a:r>
          <a:r>
            <a:rPr lang="en-US" dirty="0"/>
            <a:t> growth</a:t>
          </a:r>
        </a:p>
      </dgm:t>
    </dgm:pt>
    <dgm:pt modelId="{BCBE0C02-7491-4795-8993-DDB50BB14E7A}" type="parTrans" cxnId="{36A6FD5E-D8CC-4C05-A043-3B7E9DF8692A}">
      <dgm:prSet/>
      <dgm:spPr/>
    </dgm:pt>
    <dgm:pt modelId="{8B91EE88-233B-4DB8-BD65-BE99A9234D18}" type="sibTrans" cxnId="{36A6FD5E-D8CC-4C05-A043-3B7E9DF8692A}">
      <dgm:prSet/>
      <dgm:spPr/>
    </dgm:pt>
    <dgm:pt modelId="{EAE4D3B6-FBEE-4571-BA56-D2352DF97092}" type="pres">
      <dgm:prSet presAssocID="{DECE11F2-ED44-4332-98EF-35D6B677E048}" presName="Name0" presStyleCnt="0">
        <dgm:presLayoutVars>
          <dgm:dir/>
          <dgm:animLvl val="lvl"/>
          <dgm:resizeHandles val="exact"/>
        </dgm:presLayoutVars>
      </dgm:prSet>
      <dgm:spPr/>
    </dgm:pt>
    <dgm:pt modelId="{122FF314-79CD-4C52-8674-6FD7CBBE650D}" type="pres">
      <dgm:prSet presAssocID="{8AD72051-D949-48B8-BCDC-52AB875C3931}" presName="linNode" presStyleCnt="0"/>
      <dgm:spPr/>
    </dgm:pt>
    <dgm:pt modelId="{D33B276B-DB6C-4B64-8BC0-5AD9EEA85A8F}" type="pres">
      <dgm:prSet presAssocID="{8AD72051-D949-48B8-BCDC-52AB875C393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4D12496-A423-483E-B066-49490C1E2CC0}" type="pres">
      <dgm:prSet presAssocID="{8AD72051-D949-48B8-BCDC-52AB875C3931}" presName="descendantText" presStyleLbl="alignAccFollowNode1" presStyleIdx="0" presStyleCnt="3">
        <dgm:presLayoutVars>
          <dgm:bulletEnabled val="1"/>
        </dgm:presLayoutVars>
      </dgm:prSet>
      <dgm:spPr/>
    </dgm:pt>
    <dgm:pt modelId="{87BBA845-CEFE-466F-B4F8-B0DBE4FA6525}" type="pres">
      <dgm:prSet presAssocID="{28DCA358-33CF-4472-A137-D4EB7E9A1E11}" presName="sp" presStyleCnt="0"/>
      <dgm:spPr/>
    </dgm:pt>
    <dgm:pt modelId="{B4640700-183E-46C0-84A3-F00359F87AE4}" type="pres">
      <dgm:prSet presAssocID="{660859DC-045A-49A5-B5D9-7CCBD874A6AB}" presName="linNode" presStyleCnt="0"/>
      <dgm:spPr/>
    </dgm:pt>
    <dgm:pt modelId="{D704217F-0025-42B8-8CB9-6CF6E1DD880E}" type="pres">
      <dgm:prSet presAssocID="{660859DC-045A-49A5-B5D9-7CCBD874A6A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01A2A32-1DD2-48E9-AFD4-E2837760D8CA}" type="pres">
      <dgm:prSet presAssocID="{660859DC-045A-49A5-B5D9-7CCBD874A6AB}" presName="descendantText" presStyleLbl="alignAccFollowNode1" presStyleIdx="1" presStyleCnt="3">
        <dgm:presLayoutVars>
          <dgm:bulletEnabled val="1"/>
        </dgm:presLayoutVars>
      </dgm:prSet>
      <dgm:spPr/>
    </dgm:pt>
    <dgm:pt modelId="{58C94CD5-DFCD-4E0A-9AB6-204DACE85E08}" type="pres">
      <dgm:prSet presAssocID="{D379ACC6-35C6-4925-9D39-46D1E0EAFE8D}" presName="sp" presStyleCnt="0"/>
      <dgm:spPr/>
    </dgm:pt>
    <dgm:pt modelId="{1DAA959A-489D-4248-8D1C-BAFC3F066F54}" type="pres">
      <dgm:prSet presAssocID="{D851C049-A51F-4A45-95C8-47BDAEB23DBE}" presName="linNode" presStyleCnt="0"/>
      <dgm:spPr/>
    </dgm:pt>
    <dgm:pt modelId="{62AF4A2F-A339-495A-A8AB-2AFFA651B71D}" type="pres">
      <dgm:prSet presAssocID="{D851C049-A51F-4A45-95C8-47BDAEB23DB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B5A80A2E-0F02-45F6-8063-CC811D7023B7}" type="pres">
      <dgm:prSet presAssocID="{D851C049-A51F-4A45-95C8-47BDAEB23DB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FBE7020-646D-46E6-93AA-541682082B3C}" type="presOf" srcId="{30A88157-6FFB-4967-AC1F-648B6252277E}" destId="{B01A2A32-1DD2-48E9-AFD4-E2837760D8CA}" srcOrd="0" destOrd="1" presId="urn:microsoft.com/office/officeart/2005/8/layout/vList5"/>
    <dgm:cxn modelId="{EB2DE52D-984D-41FE-A7A2-F13D381FB4BB}" type="presOf" srcId="{CE894B6F-3862-4DDA-8530-19A932CE0939}" destId="{B5A80A2E-0F02-45F6-8063-CC811D7023B7}" srcOrd="0" destOrd="0" presId="urn:microsoft.com/office/officeart/2005/8/layout/vList5"/>
    <dgm:cxn modelId="{93D42E3C-8F09-4EB2-B055-632AA1438D10}" srcId="{D851C049-A51F-4A45-95C8-47BDAEB23DBE}" destId="{CE894B6F-3862-4DDA-8530-19A932CE0939}" srcOrd="0" destOrd="0" parTransId="{EC488B1D-EBA6-4429-A054-6D070BE93112}" sibTransId="{CCC7BD96-37C6-494E-B0B6-7F2964A5CA0B}"/>
    <dgm:cxn modelId="{36A6FD5E-D8CC-4C05-A043-3B7E9DF8692A}" srcId="{D851C049-A51F-4A45-95C8-47BDAEB23DBE}" destId="{F57D8672-2452-4815-BD56-17B361B6BBC8}" srcOrd="1" destOrd="0" parTransId="{BCBE0C02-7491-4795-8993-DDB50BB14E7A}" sibTransId="{8B91EE88-233B-4DB8-BD65-BE99A9234D18}"/>
    <dgm:cxn modelId="{4090AF4E-02B7-46CE-B4DB-AF0347B42151}" srcId="{DECE11F2-ED44-4332-98EF-35D6B677E048}" destId="{8AD72051-D949-48B8-BCDC-52AB875C3931}" srcOrd="0" destOrd="0" parTransId="{5B9D4B5E-DA81-4443-95FE-ACAAF5257418}" sibTransId="{28DCA358-33CF-4472-A137-D4EB7E9A1E11}"/>
    <dgm:cxn modelId="{368B5270-3777-4A3F-87C1-054C2AD8DEAC}" srcId="{660859DC-045A-49A5-B5D9-7CCBD874A6AB}" destId="{C4B2C0DE-2701-4F5C-9D85-12BFE8BBFB7C}" srcOrd="0" destOrd="0" parTransId="{50AB03F4-7810-4FA1-B35C-75D9994B8E31}" sibTransId="{2F27A0A3-EE1B-4DA9-A489-8346FD4E6129}"/>
    <dgm:cxn modelId="{0D6A2653-6CDD-48E8-B7CD-3BFFE82CADAF}" type="presOf" srcId="{C4B2C0DE-2701-4F5C-9D85-12BFE8BBFB7C}" destId="{B01A2A32-1DD2-48E9-AFD4-E2837760D8CA}" srcOrd="0" destOrd="0" presId="urn:microsoft.com/office/officeart/2005/8/layout/vList5"/>
    <dgm:cxn modelId="{7188E677-AF2F-4170-A997-148BC8C4BBF9}" type="presOf" srcId="{DECE11F2-ED44-4332-98EF-35D6B677E048}" destId="{EAE4D3B6-FBEE-4571-BA56-D2352DF97092}" srcOrd="0" destOrd="0" presId="urn:microsoft.com/office/officeart/2005/8/layout/vList5"/>
    <dgm:cxn modelId="{BE8E907A-B33B-4CBD-8983-E5BABA4F31B8}" type="presOf" srcId="{8AD72051-D949-48B8-BCDC-52AB875C3931}" destId="{D33B276B-DB6C-4B64-8BC0-5AD9EEA85A8F}" srcOrd="0" destOrd="0" presId="urn:microsoft.com/office/officeart/2005/8/layout/vList5"/>
    <dgm:cxn modelId="{B4BEDF7E-76DE-4559-85BF-04989DAD4C5E}" type="presOf" srcId="{AF5D1BD1-3FB0-4EBB-A46F-0FDD02FCE918}" destId="{94D12496-A423-483E-B066-49490C1E2CC0}" srcOrd="0" destOrd="1" presId="urn:microsoft.com/office/officeart/2005/8/layout/vList5"/>
    <dgm:cxn modelId="{D3C81380-2A18-4E3C-ACA3-DC727F255C16}" srcId="{8AD72051-D949-48B8-BCDC-52AB875C3931}" destId="{AF5D1BD1-3FB0-4EBB-A46F-0FDD02FCE918}" srcOrd="1" destOrd="0" parTransId="{75F1AFAB-DABB-4A38-B854-F9D9790C8FD2}" sibTransId="{F05F598A-4F34-4CA6-9C62-2D83AB624B95}"/>
    <dgm:cxn modelId="{5D3F22A0-F793-4397-8AD8-6B5A6E67608D}" srcId="{DECE11F2-ED44-4332-98EF-35D6B677E048}" destId="{D851C049-A51F-4A45-95C8-47BDAEB23DBE}" srcOrd="2" destOrd="0" parTransId="{314F5AD9-FF13-41C1-903A-922120A73D4A}" sibTransId="{7FF67FCA-1F23-49D5-8E1B-096FD6516C35}"/>
    <dgm:cxn modelId="{26B630A4-ACF7-4822-88F7-8FEE79C8210B}" srcId="{660859DC-045A-49A5-B5D9-7CCBD874A6AB}" destId="{30A88157-6FFB-4967-AC1F-648B6252277E}" srcOrd="1" destOrd="0" parTransId="{7934A516-D019-488F-A7E2-123BB0182B00}" sibTransId="{6B9580D1-150F-4577-BDCD-41A745F48902}"/>
    <dgm:cxn modelId="{7AA859A6-B9D1-4771-BD9C-767E88ED2943}" srcId="{8AD72051-D949-48B8-BCDC-52AB875C3931}" destId="{32A000DB-94C9-4117-B16F-00E0C3C16983}" srcOrd="0" destOrd="0" parTransId="{3BA72926-0E6D-4459-BEC6-333D92FB489B}" sibTransId="{CDB20FF8-FE9B-4CDF-AB4E-2448ED3E3D58}"/>
    <dgm:cxn modelId="{2EDC3EB5-2A4E-45DB-82AB-D33FAC719EAA}" srcId="{DECE11F2-ED44-4332-98EF-35D6B677E048}" destId="{660859DC-045A-49A5-B5D9-7CCBD874A6AB}" srcOrd="1" destOrd="0" parTransId="{D0CA4E13-E514-4CF6-9003-99A996CA60D8}" sibTransId="{D379ACC6-35C6-4925-9D39-46D1E0EAFE8D}"/>
    <dgm:cxn modelId="{D63AB5BE-B9AB-4ADB-9E0D-A3A91636E5ED}" type="presOf" srcId="{32A000DB-94C9-4117-B16F-00E0C3C16983}" destId="{94D12496-A423-483E-B066-49490C1E2CC0}" srcOrd="0" destOrd="0" presId="urn:microsoft.com/office/officeart/2005/8/layout/vList5"/>
    <dgm:cxn modelId="{53CD3BD2-9318-4B22-9B4D-70B88471DF0F}" type="presOf" srcId="{F57D8672-2452-4815-BD56-17B361B6BBC8}" destId="{B5A80A2E-0F02-45F6-8063-CC811D7023B7}" srcOrd="0" destOrd="1" presId="urn:microsoft.com/office/officeart/2005/8/layout/vList5"/>
    <dgm:cxn modelId="{87F8D2E4-8C62-4116-8697-68FDBBFC66DB}" type="presOf" srcId="{D851C049-A51F-4A45-95C8-47BDAEB23DBE}" destId="{62AF4A2F-A339-495A-A8AB-2AFFA651B71D}" srcOrd="0" destOrd="0" presId="urn:microsoft.com/office/officeart/2005/8/layout/vList5"/>
    <dgm:cxn modelId="{0EB53DF7-9709-48FC-8F05-D868F93C04DE}" type="presOf" srcId="{660859DC-045A-49A5-B5D9-7CCBD874A6AB}" destId="{D704217F-0025-42B8-8CB9-6CF6E1DD880E}" srcOrd="0" destOrd="0" presId="urn:microsoft.com/office/officeart/2005/8/layout/vList5"/>
    <dgm:cxn modelId="{B5F320E9-49B3-4351-8648-280D6E4C85B3}" type="presParOf" srcId="{EAE4D3B6-FBEE-4571-BA56-D2352DF97092}" destId="{122FF314-79CD-4C52-8674-6FD7CBBE650D}" srcOrd="0" destOrd="0" presId="urn:microsoft.com/office/officeart/2005/8/layout/vList5"/>
    <dgm:cxn modelId="{F2FDA931-3A4F-4D87-83A2-0D98259E532C}" type="presParOf" srcId="{122FF314-79CD-4C52-8674-6FD7CBBE650D}" destId="{D33B276B-DB6C-4B64-8BC0-5AD9EEA85A8F}" srcOrd="0" destOrd="0" presId="urn:microsoft.com/office/officeart/2005/8/layout/vList5"/>
    <dgm:cxn modelId="{2B54EFAF-4B19-447F-9930-5CA027CDB5E5}" type="presParOf" srcId="{122FF314-79CD-4C52-8674-6FD7CBBE650D}" destId="{94D12496-A423-483E-B066-49490C1E2CC0}" srcOrd="1" destOrd="0" presId="urn:microsoft.com/office/officeart/2005/8/layout/vList5"/>
    <dgm:cxn modelId="{81F22DF7-AF1F-445D-BA9C-55557707320C}" type="presParOf" srcId="{EAE4D3B6-FBEE-4571-BA56-D2352DF97092}" destId="{87BBA845-CEFE-466F-B4F8-B0DBE4FA6525}" srcOrd="1" destOrd="0" presId="urn:microsoft.com/office/officeart/2005/8/layout/vList5"/>
    <dgm:cxn modelId="{4C421059-1C1C-40BF-AFBE-7790E93BEE15}" type="presParOf" srcId="{EAE4D3B6-FBEE-4571-BA56-D2352DF97092}" destId="{B4640700-183E-46C0-84A3-F00359F87AE4}" srcOrd="2" destOrd="0" presId="urn:microsoft.com/office/officeart/2005/8/layout/vList5"/>
    <dgm:cxn modelId="{7EC3D06F-4A45-40B0-9291-8451D11CFF38}" type="presParOf" srcId="{B4640700-183E-46C0-84A3-F00359F87AE4}" destId="{D704217F-0025-42B8-8CB9-6CF6E1DD880E}" srcOrd="0" destOrd="0" presId="urn:microsoft.com/office/officeart/2005/8/layout/vList5"/>
    <dgm:cxn modelId="{E31BD2CB-5B91-4C22-9D54-BA63B910CAE4}" type="presParOf" srcId="{B4640700-183E-46C0-84A3-F00359F87AE4}" destId="{B01A2A32-1DD2-48E9-AFD4-E2837760D8CA}" srcOrd="1" destOrd="0" presId="urn:microsoft.com/office/officeart/2005/8/layout/vList5"/>
    <dgm:cxn modelId="{C5C9F8EE-95D7-45DD-BC0D-0646B6EDC27F}" type="presParOf" srcId="{EAE4D3B6-FBEE-4571-BA56-D2352DF97092}" destId="{58C94CD5-DFCD-4E0A-9AB6-204DACE85E08}" srcOrd="3" destOrd="0" presId="urn:microsoft.com/office/officeart/2005/8/layout/vList5"/>
    <dgm:cxn modelId="{EE46CB25-4D05-4699-B349-CEAF6844A140}" type="presParOf" srcId="{EAE4D3B6-FBEE-4571-BA56-D2352DF97092}" destId="{1DAA959A-489D-4248-8D1C-BAFC3F066F54}" srcOrd="4" destOrd="0" presId="urn:microsoft.com/office/officeart/2005/8/layout/vList5"/>
    <dgm:cxn modelId="{5D4E8FA9-B471-4507-BD6B-CEC7FDAC37F0}" type="presParOf" srcId="{1DAA959A-489D-4248-8D1C-BAFC3F066F54}" destId="{62AF4A2F-A339-495A-A8AB-2AFFA651B71D}" srcOrd="0" destOrd="0" presId="urn:microsoft.com/office/officeart/2005/8/layout/vList5"/>
    <dgm:cxn modelId="{65E7A3DC-8940-43E2-A627-BF3ADA747C62}" type="presParOf" srcId="{1DAA959A-489D-4248-8D1C-BAFC3F066F54}" destId="{B5A80A2E-0F02-45F6-8063-CC811D7023B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C9C866-D707-480A-B98F-D2BB2F97076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D239C84-81CB-4440-86EE-6FC964051F05}">
      <dgm:prSet phldrT="[Text]" phldr="0"/>
      <dgm:spPr/>
      <dgm:t>
        <a:bodyPr/>
        <a:lstStyle/>
        <a:p>
          <a:pPr rtl="0"/>
          <a:r>
            <a:rPr lang="en-US" dirty="0"/>
            <a:t>Historical Context of Automation</a:t>
          </a:r>
        </a:p>
      </dgm:t>
    </dgm:pt>
    <dgm:pt modelId="{BC149A73-F497-4E70-B06B-D48E42235BA1}" type="parTrans" cxnId="{D2143BC9-963B-493E-9106-7C2ABD5DBE6C}">
      <dgm:prSet/>
      <dgm:spPr/>
      <dgm:t>
        <a:bodyPr/>
        <a:lstStyle/>
        <a:p>
          <a:endParaRPr lang="en-US"/>
        </a:p>
      </dgm:t>
    </dgm:pt>
    <dgm:pt modelId="{3088FDEF-B999-4D93-A839-DBD1B7405A4E}" type="sibTrans" cxnId="{D2143BC9-963B-493E-9106-7C2ABD5DBE6C}">
      <dgm:prSet/>
      <dgm:spPr/>
      <dgm:t>
        <a:bodyPr/>
        <a:lstStyle/>
        <a:p>
          <a:endParaRPr lang="en-US"/>
        </a:p>
      </dgm:t>
    </dgm:pt>
    <dgm:pt modelId="{82A82F24-9DCD-4B7F-AB78-48EBC7E216B3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The</a:t>
          </a:r>
          <a:r>
            <a:rPr lang="en-US" dirty="0"/>
            <a:t> Industrial Revolution in Britain marked a turning point in labor markets.</a:t>
          </a:r>
        </a:p>
      </dgm:t>
    </dgm:pt>
    <dgm:pt modelId="{D95D3905-974B-41AC-A816-608FA5342C51}" type="parTrans" cxnId="{1A11CA44-AB54-4261-9FD2-29629E5355C6}">
      <dgm:prSet/>
      <dgm:spPr/>
      <dgm:t>
        <a:bodyPr/>
        <a:lstStyle/>
        <a:p>
          <a:endParaRPr lang="en-US"/>
        </a:p>
      </dgm:t>
    </dgm:pt>
    <dgm:pt modelId="{1FE8051E-5416-4BEE-8BDD-B0357CA7B51F}" type="sibTrans" cxnId="{1A11CA44-AB54-4261-9FD2-29629E5355C6}">
      <dgm:prSet/>
      <dgm:spPr/>
      <dgm:t>
        <a:bodyPr/>
        <a:lstStyle/>
        <a:p>
          <a:endParaRPr lang="en-US"/>
        </a:p>
      </dgm:t>
    </dgm:pt>
    <dgm:pt modelId="{94804288-28FC-4C47-B2C5-79CDB8DBE002}">
      <dgm:prSet phldr="0"/>
      <dgm:spPr/>
      <dgm:t>
        <a:bodyPr/>
        <a:lstStyle/>
        <a:p>
          <a:pPr rtl="0"/>
          <a:r>
            <a:rPr lang="en-US" dirty="0"/>
            <a:t>In the early 20th century, the mechanization of agriculture in America showcased how automation could transform industries.</a:t>
          </a:r>
          <a:endParaRPr lang="en-US" dirty="0">
            <a:latin typeface="Aptos Display" panose="020F0302020204030204"/>
          </a:endParaRPr>
        </a:p>
      </dgm:t>
    </dgm:pt>
    <dgm:pt modelId="{98133FBC-24F2-4643-9A7E-8F2A2529AB3C}" type="parTrans" cxnId="{8810C795-AD9E-44B0-B0D4-5532D0EE702E}">
      <dgm:prSet/>
      <dgm:spPr/>
    </dgm:pt>
    <dgm:pt modelId="{4B5ED38E-3DBC-4037-9487-15A4503A9789}" type="sibTrans" cxnId="{8810C795-AD9E-44B0-B0D4-5532D0EE702E}">
      <dgm:prSet/>
      <dgm:spPr/>
      <dgm:t>
        <a:bodyPr/>
        <a:lstStyle/>
        <a:p>
          <a:endParaRPr lang="en-US"/>
        </a:p>
      </dgm:t>
    </dgm:pt>
    <dgm:pt modelId="{AA1A65C2-DB64-4821-95F2-5864D79154DC}">
      <dgm:prSet phldr="0"/>
      <dgm:spPr/>
      <dgm:t>
        <a:bodyPr/>
        <a:lstStyle/>
        <a:p>
          <a:pPr rtl="0"/>
          <a:r>
            <a:rPr lang="en-US" dirty="0"/>
            <a:t>Role of Social Policies in Mitigating Automation Effects</a:t>
          </a:r>
          <a:endParaRPr lang="en-US" dirty="0">
            <a:latin typeface="Aptos Display" panose="020F0302020204030204"/>
          </a:endParaRPr>
        </a:p>
      </dgm:t>
    </dgm:pt>
    <dgm:pt modelId="{2E0ACEDD-DC00-468D-AFB9-8CE324374A66}" type="parTrans" cxnId="{A87B33E9-2634-43FC-88C4-28F09CBE475D}">
      <dgm:prSet/>
      <dgm:spPr/>
    </dgm:pt>
    <dgm:pt modelId="{90A41B21-218D-4864-85CE-29FC818FDFA9}" type="sibTrans" cxnId="{A87B33E9-2634-43FC-88C4-28F09CBE475D}">
      <dgm:prSet/>
      <dgm:spPr/>
      <dgm:t>
        <a:bodyPr/>
        <a:lstStyle/>
        <a:p>
          <a:endParaRPr lang="en-US"/>
        </a:p>
      </dgm:t>
    </dgm:pt>
    <dgm:pt modelId="{D32A48C4-3314-42D2-9800-3E2AD51EA4D1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After</a:t>
          </a:r>
          <a:r>
            <a:rPr lang="en-US" dirty="0"/>
            <a:t> World War II, nearly half (42%) of jobs in the UK were rendered redundant due to economic shifts.</a:t>
          </a:r>
          <a:endParaRPr lang="en-US" dirty="0">
            <a:latin typeface="Aptos Display" panose="020F0302020204030204"/>
          </a:endParaRPr>
        </a:p>
      </dgm:t>
    </dgm:pt>
    <dgm:pt modelId="{D58770E2-276A-4292-80FF-317999662582}" type="parTrans" cxnId="{C24AE3C8-EACE-4F4D-BEE2-DE39E864EABD}">
      <dgm:prSet/>
      <dgm:spPr/>
    </dgm:pt>
    <dgm:pt modelId="{ADE41EFB-14B5-46F5-810A-51923032754D}" type="sibTrans" cxnId="{C24AE3C8-EACE-4F4D-BEE2-DE39E864EABD}">
      <dgm:prSet/>
      <dgm:spPr/>
      <dgm:t>
        <a:bodyPr/>
        <a:lstStyle/>
        <a:p>
          <a:endParaRPr lang="en-US"/>
        </a:p>
      </dgm:t>
    </dgm:pt>
    <dgm:pt modelId="{DD158755-D751-44A9-9AEA-B3FBB6CC5F33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The</a:t>
          </a:r>
          <a:r>
            <a:rPr lang="en-US" dirty="0"/>
            <a:t> global financial crisis of 2008 and the COVID-19 pandemic highlight the importance of robust social and legal policies for economic </a:t>
          </a:r>
          <a:r>
            <a:rPr lang="en-US" dirty="0">
              <a:latin typeface="Aptos Display" panose="020F0302020204030204"/>
            </a:rPr>
            <a:t>stability</a:t>
          </a:r>
        </a:p>
      </dgm:t>
    </dgm:pt>
    <dgm:pt modelId="{2F96FC5F-4E2D-465C-B270-527F5440A223}" type="parTrans" cxnId="{D3F26241-20CA-4D7C-89F2-0B7DF501D6DA}">
      <dgm:prSet/>
      <dgm:spPr/>
    </dgm:pt>
    <dgm:pt modelId="{8EE47C70-DDFB-49C6-89E5-7D76DAB09B6C}" type="sibTrans" cxnId="{D3F26241-20CA-4D7C-89F2-0B7DF501D6DA}">
      <dgm:prSet/>
      <dgm:spPr/>
      <dgm:t>
        <a:bodyPr/>
        <a:lstStyle/>
        <a:p>
          <a:endParaRPr lang="en-US"/>
        </a:p>
      </dgm:t>
    </dgm:pt>
    <dgm:pt modelId="{F43115AE-5AC8-49C2-912A-BE52D97717E0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Proactive</a:t>
          </a:r>
          <a:r>
            <a:rPr lang="en-US" dirty="0"/>
            <a:t> government intervention can counterbalance the disruptive effects of technological change</a:t>
          </a:r>
          <a:r>
            <a:rPr lang="en-US" dirty="0">
              <a:latin typeface="Aptos Display" panose="020F0302020204030204"/>
            </a:rPr>
            <a:t> and</a:t>
          </a:r>
          <a:r>
            <a:rPr lang="en-US" dirty="0"/>
            <a:t> </a:t>
          </a:r>
          <a:r>
            <a:rPr lang="en-US" dirty="0">
              <a:latin typeface="Aptos Display" panose="020F0302020204030204"/>
            </a:rPr>
            <a:t>play</a:t>
          </a:r>
          <a:r>
            <a:rPr lang="en-US" dirty="0"/>
            <a:t> a critical role in mitigating the adverse effects of automation and helping workers transition</a:t>
          </a:r>
          <a:r>
            <a:rPr lang="en-US" dirty="0">
              <a:latin typeface="Aptos Display" panose="020F0302020204030204"/>
            </a:rPr>
            <a:t> </a:t>
          </a:r>
          <a:r>
            <a:rPr lang="en-US" dirty="0"/>
            <a:t>to new industries.</a:t>
          </a:r>
        </a:p>
      </dgm:t>
    </dgm:pt>
    <dgm:pt modelId="{95E3A77D-EF39-43CC-B09E-BABB17224857}" type="parTrans" cxnId="{6F1446EA-B2B9-474E-8F07-4760FE644BF4}">
      <dgm:prSet/>
      <dgm:spPr/>
    </dgm:pt>
    <dgm:pt modelId="{4D4A0757-C43B-470C-9ABF-CB5B6401FEFC}" type="sibTrans" cxnId="{6F1446EA-B2B9-474E-8F07-4760FE644BF4}">
      <dgm:prSet/>
      <dgm:spPr/>
      <dgm:t>
        <a:bodyPr/>
        <a:lstStyle/>
        <a:p>
          <a:endParaRPr lang="en-US"/>
        </a:p>
      </dgm:t>
    </dgm:pt>
    <dgm:pt modelId="{ED0DC00D-372F-4E56-9DA1-A1AD179EE007}" type="pres">
      <dgm:prSet presAssocID="{DDC9C866-D707-480A-B98F-D2BB2F970765}" presName="linear" presStyleCnt="0">
        <dgm:presLayoutVars>
          <dgm:dir/>
          <dgm:animLvl val="lvl"/>
          <dgm:resizeHandles val="exact"/>
        </dgm:presLayoutVars>
      </dgm:prSet>
      <dgm:spPr/>
    </dgm:pt>
    <dgm:pt modelId="{B48ADA31-2395-4DF0-B236-D0E894A47B7C}" type="pres">
      <dgm:prSet presAssocID="{2D239C84-81CB-4440-86EE-6FC964051F05}" presName="parentLin" presStyleCnt="0"/>
      <dgm:spPr/>
    </dgm:pt>
    <dgm:pt modelId="{35F2423E-7F44-4692-88B1-6622C9010080}" type="pres">
      <dgm:prSet presAssocID="{2D239C84-81CB-4440-86EE-6FC964051F05}" presName="parentLeftMargin" presStyleLbl="node1" presStyleIdx="0" presStyleCnt="2"/>
      <dgm:spPr/>
    </dgm:pt>
    <dgm:pt modelId="{41F7FE57-0B83-44E0-B91F-52702E050966}" type="pres">
      <dgm:prSet presAssocID="{2D239C84-81CB-4440-86EE-6FC964051F0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5ACB58-D307-461F-883A-E2D06C234934}" type="pres">
      <dgm:prSet presAssocID="{2D239C84-81CB-4440-86EE-6FC964051F05}" presName="negativeSpace" presStyleCnt="0"/>
      <dgm:spPr/>
    </dgm:pt>
    <dgm:pt modelId="{DD515CC0-03AF-4ED3-87B2-CB135955F78C}" type="pres">
      <dgm:prSet presAssocID="{2D239C84-81CB-4440-86EE-6FC964051F05}" presName="childText" presStyleLbl="conFgAcc1" presStyleIdx="0" presStyleCnt="2">
        <dgm:presLayoutVars>
          <dgm:bulletEnabled val="1"/>
        </dgm:presLayoutVars>
      </dgm:prSet>
      <dgm:spPr/>
    </dgm:pt>
    <dgm:pt modelId="{F563BB12-3161-40ED-A796-8229AD4559BF}" type="pres">
      <dgm:prSet presAssocID="{3088FDEF-B999-4D93-A839-DBD1B7405A4E}" presName="spaceBetweenRectangles" presStyleCnt="0"/>
      <dgm:spPr/>
    </dgm:pt>
    <dgm:pt modelId="{7444FF4A-0790-45D8-9994-955F9F121CFD}" type="pres">
      <dgm:prSet presAssocID="{AA1A65C2-DB64-4821-95F2-5864D79154DC}" presName="parentLin" presStyleCnt="0"/>
      <dgm:spPr/>
    </dgm:pt>
    <dgm:pt modelId="{E0370FC3-C4E7-40B7-88C6-E35CDA01F707}" type="pres">
      <dgm:prSet presAssocID="{AA1A65C2-DB64-4821-95F2-5864D79154DC}" presName="parentLeftMargin" presStyleLbl="node1" presStyleIdx="0" presStyleCnt="2"/>
      <dgm:spPr/>
    </dgm:pt>
    <dgm:pt modelId="{87B869E2-F59B-4C3F-AB48-42CE6219706B}" type="pres">
      <dgm:prSet presAssocID="{AA1A65C2-DB64-4821-95F2-5864D79154D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DBE0887-BC46-4D7C-9E7B-CA5ACF6ADCFE}" type="pres">
      <dgm:prSet presAssocID="{AA1A65C2-DB64-4821-95F2-5864D79154DC}" presName="negativeSpace" presStyleCnt="0"/>
      <dgm:spPr/>
    </dgm:pt>
    <dgm:pt modelId="{A55C0B18-1F1E-43E4-88C4-104F1EECFEFA}" type="pres">
      <dgm:prSet presAssocID="{AA1A65C2-DB64-4821-95F2-5864D79154D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D19640D-6604-4563-B28A-4C820652ED72}" type="presOf" srcId="{2D239C84-81CB-4440-86EE-6FC964051F05}" destId="{35F2423E-7F44-4692-88B1-6622C9010080}" srcOrd="0" destOrd="0" presId="urn:microsoft.com/office/officeart/2005/8/layout/list1"/>
    <dgm:cxn modelId="{7770E133-FAC9-4091-9458-D5ACB3C49CCE}" type="presOf" srcId="{DD158755-D751-44A9-9AEA-B3FBB6CC5F33}" destId="{A55C0B18-1F1E-43E4-88C4-104F1EECFEFA}" srcOrd="0" destOrd="1" presId="urn:microsoft.com/office/officeart/2005/8/layout/list1"/>
    <dgm:cxn modelId="{D3F26241-20CA-4D7C-89F2-0B7DF501D6DA}" srcId="{AA1A65C2-DB64-4821-95F2-5864D79154DC}" destId="{DD158755-D751-44A9-9AEA-B3FBB6CC5F33}" srcOrd="1" destOrd="0" parTransId="{2F96FC5F-4E2D-465C-B270-527F5440A223}" sibTransId="{8EE47C70-DDFB-49C6-89E5-7D76DAB09B6C}"/>
    <dgm:cxn modelId="{1A11CA44-AB54-4261-9FD2-29629E5355C6}" srcId="{2D239C84-81CB-4440-86EE-6FC964051F05}" destId="{82A82F24-9DCD-4B7F-AB78-48EBC7E216B3}" srcOrd="0" destOrd="0" parTransId="{D95D3905-974B-41AC-A816-608FA5342C51}" sibTransId="{1FE8051E-5416-4BEE-8BDD-B0357CA7B51F}"/>
    <dgm:cxn modelId="{5BAF8980-021E-4F82-AB19-A2C7FF9D714D}" type="presOf" srcId="{94804288-28FC-4C47-B2C5-79CDB8DBE002}" destId="{DD515CC0-03AF-4ED3-87B2-CB135955F78C}" srcOrd="0" destOrd="1" presId="urn:microsoft.com/office/officeart/2005/8/layout/list1"/>
    <dgm:cxn modelId="{ADC35787-4ECD-4B33-8C6B-20A30280321F}" type="presOf" srcId="{82A82F24-9DCD-4B7F-AB78-48EBC7E216B3}" destId="{DD515CC0-03AF-4ED3-87B2-CB135955F78C}" srcOrd="0" destOrd="0" presId="urn:microsoft.com/office/officeart/2005/8/layout/list1"/>
    <dgm:cxn modelId="{EEB0B08A-2C6A-4853-B93C-C5371582CFC0}" type="presOf" srcId="{2D239C84-81CB-4440-86EE-6FC964051F05}" destId="{41F7FE57-0B83-44E0-B91F-52702E050966}" srcOrd="1" destOrd="0" presId="urn:microsoft.com/office/officeart/2005/8/layout/list1"/>
    <dgm:cxn modelId="{8810C795-AD9E-44B0-B0D4-5532D0EE702E}" srcId="{2D239C84-81CB-4440-86EE-6FC964051F05}" destId="{94804288-28FC-4C47-B2C5-79CDB8DBE002}" srcOrd="1" destOrd="0" parTransId="{98133FBC-24F2-4643-9A7E-8F2A2529AB3C}" sibTransId="{4B5ED38E-3DBC-4037-9487-15A4503A9789}"/>
    <dgm:cxn modelId="{2BD608A1-DE98-488E-92C7-500724DAAD23}" type="presOf" srcId="{DDC9C866-D707-480A-B98F-D2BB2F970765}" destId="{ED0DC00D-372F-4E56-9DA1-A1AD179EE007}" srcOrd="0" destOrd="0" presId="urn:microsoft.com/office/officeart/2005/8/layout/list1"/>
    <dgm:cxn modelId="{C24AE3C8-EACE-4F4D-BEE2-DE39E864EABD}" srcId="{AA1A65C2-DB64-4821-95F2-5864D79154DC}" destId="{D32A48C4-3314-42D2-9800-3E2AD51EA4D1}" srcOrd="0" destOrd="0" parTransId="{D58770E2-276A-4292-80FF-317999662582}" sibTransId="{ADE41EFB-14B5-46F5-810A-51923032754D}"/>
    <dgm:cxn modelId="{D2143BC9-963B-493E-9106-7C2ABD5DBE6C}" srcId="{DDC9C866-D707-480A-B98F-D2BB2F970765}" destId="{2D239C84-81CB-4440-86EE-6FC964051F05}" srcOrd="0" destOrd="0" parTransId="{BC149A73-F497-4E70-B06B-D48E42235BA1}" sibTransId="{3088FDEF-B999-4D93-A839-DBD1B7405A4E}"/>
    <dgm:cxn modelId="{49A01CD3-0752-483D-833C-CDDBE3CB065D}" type="presOf" srcId="{AA1A65C2-DB64-4821-95F2-5864D79154DC}" destId="{E0370FC3-C4E7-40B7-88C6-E35CDA01F707}" srcOrd="0" destOrd="0" presId="urn:microsoft.com/office/officeart/2005/8/layout/list1"/>
    <dgm:cxn modelId="{93CFEBD3-F4F6-4CF8-B075-EFE860E3ED9C}" type="presOf" srcId="{AA1A65C2-DB64-4821-95F2-5864D79154DC}" destId="{87B869E2-F59B-4C3F-AB48-42CE6219706B}" srcOrd="1" destOrd="0" presId="urn:microsoft.com/office/officeart/2005/8/layout/list1"/>
    <dgm:cxn modelId="{C5BB76DA-01BD-4291-9C96-4E28C0A52F7E}" type="presOf" srcId="{D32A48C4-3314-42D2-9800-3E2AD51EA4D1}" destId="{A55C0B18-1F1E-43E4-88C4-104F1EECFEFA}" srcOrd="0" destOrd="0" presId="urn:microsoft.com/office/officeart/2005/8/layout/list1"/>
    <dgm:cxn modelId="{5FB845E8-4754-44BD-9769-A748EBFA9C19}" type="presOf" srcId="{F43115AE-5AC8-49C2-912A-BE52D97717E0}" destId="{A55C0B18-1F1E-43E4-88C4-104F1EECFEFA}" srcOrd="0" destOrd="2" presId="urn:microsoft.com/office/officeart/2005/8/layout/list1"/>
    <dgm:cxn modelId="{A87B33E9-2634-43FC-88C4-28F09CBE475D}" srcId="{DDC9C866-D707-480A-B98F-D2BB2F970765}" destId="{AA1A65C2-DB64-4821-95F2-5864D79154DC}" srcOrd="1" destOrd="0" parTransId="{2E0ACEDD-DC00-468D-AFB9-8CE324374A66}" sibTransId="{90A41B21-218D-4864-85CE-29FC818FDFA9}"/>
    <dgm:cxn modelId="{6F1446EA-B2B9-474E-8F07-4760FE644BF4}" srcId="{AA1A65C2-DB64-4821-95F2-5864D79154DC}" destId="{F43115AE-5AC8-49C2-912A-BE52D97717E0}" srcOrd="2" destOrd="0" parTransId="{95E3A77D-EF39-43CC-B09E-BABB17224857}" sibTransId="{4D4A0757-C43B-470C-9ABF-CB5B6401FEFC}"/>
    <dgm:cxn modelId="{6A36B673-E788-40C2-948F-693776CC9C2F}" type="presParOf" srcId="{ED0DC00D-372F-4E56-9DA1-A1AD179EE007}" destId="{B48ADA31-2395-4DF0-B236-D0E894A47B7C}" srcOrd="0" destOrd="0" presId="urn:microsoft.com/office/officeart/2005/8/layout/list1"/>
    <dgm:cxn modelId="{4B6191C7-3476-4FF2-A141-E2C580969B4D}" type="presParOf" srcId="{B48ADA31-2395-4DF0-B236-D0E894A47B7C}" destId="{35F2423E-7F44-4692-88B1-6622C9010080}" srcOrd="0" destOrd="0" presId="urn:microsoft.com/office/officeart/2005/8/layout/list1"/>
    <dgm:cxn modelId="{9B995A54-CC71-405C-898C-EF27F1EA2CF4}" type="presParOf" srcId="{B48ADA31-2395-4DF0-B236-D0E894A47B7C}" destId="{41F7FE57-0B83-44E0-B91F-52702E050966}" srcOrd="1" destOrd="0" presId="urn:microsoft.com/office/officeart/2005/8/layout/list1"/>
    <dgm:cxn modelId="{C5062D90-B0C2-42DA-9C50-2F5D4D8D28E8}" type="presParOf" srcId="{ED0DC00D-372F-4E56-9DA1-A1AD179EE007}" destId="{425ACB58-D307-461F-883A-E2D06C234934}" srcOrd="1" destOrd="0" presId="urn:microsoft.com/office/officeart/2005/8/layout/list1"/>
    <dgm:cxn modelId="{DE99CB59-BC88-4EC0-BACB-667A223F91EC}" type="presParOf" srcId="{ED0DC00D-372F-4E56-9DA1-A1AD179EE007}" destId="{DD515CC0-03AF-4ED3-87B2-CB135955F78C}" srcOrd="2" destOrd="0" presId="urn:microsoft.com/office/officeart/2005/8/layout/list1"/>
    <dgm:cxn modelId="{986D9900-FAF0-495F-9382-7D61BC1E901A}" type="presParOf" srcId="{ED0DC00D-372F-4E56-9DA1-A1AD179EE007}" destId="{F563BB12-3161-40ED-A796-8229AD4559BF}" srcOrd="3" destOrd="0" presId="urn:microsoft.com/office/officeart/2005/8/layout/list1"/>
    <dgm:cxn modelId="{9CF5BB0A-5F0D-431C-AD34-0AA445F455F2}" type="presParOf" srcId="{ED0DC00D-372F-4E56-9DA1-A1AD179EE007}" destId="{7444FF4A-0790-45D8-9994-955F9F121CFD}" srcOrd="4" destOrd="0" presId="urn:microsoft.com/office/officeart/2005/8/layout/list1"/>
    <dgm:cxn modelId="{958FDFD6-E7A9-40D6-A0A3-EEF86F206D42}" type="presParOf" srcId="{7444FF4A-0790-45D8-9994-955F9F121CFD}" destId="{E0370FC3-C4E7-40B7-88C6-E35CDA01F707}" srcOrd="0" destOrd="0" presId="urn:microsoft.com/office/officeart/2005/8/layout/list1"/>
    <dgm:cxn modelId="{42D83D36-A402-4E39-A10C-26877C4F8692}" type="presParOf" srcId="{7444FF4A-0790-45D8-9994-955F9F121CFD}" destId="{87B869E2-F59B-4C3F-AB48-42CE6219706B}" srcOrd="1" destOrd="0" presId="urn:microsoft.com/office/officeart/2005/8/layout/list1"/>
    <dgm:cxn modelId="{3848C4EC-1896-434A-BC32-73ED00C4C11F}" type="presParOf" srcId="{ED0DC00D-372F-4E56-9DA1-A1AD179EE007}" destId="{CDBE0887-BC46-4D7C-9E7B-CA5ACF6ADCFE}" srcOrd="5" destOrd="0" presId="urn:microsoft.com/office/officeart/2005/8/layout/list1"/>
    <dgm:cxn modelId="{205CD3A8-77FD-4D72-9F29-B07FAF94A22A}" type="presParOf" srcId="{ED0DC00D-372F-4E56-9DA1-A1AD179EE007}" destId="{A55C0B18-1F1E-43E4-88C4-104F1EECFEF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FCC0C6-3324-4778-A063-12988581FD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022B6C9-A417-4BD0-9875-AA31268BFAB9}">
      <dgm:prSet/>
      <dgm:spPr/>
      <dgm:t>
        <a:bodyPr/>
        <a:lstStyle/>
        <a:p>
          <a:pPr rtl="0"/>
          <a:r>
            <a:rPr lang="en-US" dirty="0"/>
            <a:t>Innovation </a:t>
          </a:r>
          <a:r>
            <a:rPr lang="en-US" dirty="0">
              <a:latin typeface="Aptos Display" panose="020F0302020204030204"/>
            </a:rPr>
            <a:t>Catalyst: Automation</a:t>
          </a:r>
          <a:r>
            <a:rPr lang="en-US" dirty="0"/>
            <a:t> drives innovation and enhances competitiveness across sectors by creating new job markets.</a:t>
          </a:r>
        </a:p>
      </dgm:t>
    </dgm:pt>
    <dgm:pt modelId="{572B202A-5A43-4BF1-A413-D5D5CA01552E}" type="parTrans" cxnId="{DD768C36-2A2F-4123-9134-6E6795682204}">
      <dgm:prSet/>
      <dgm:spPr/>
      <dgm:t>
        <a:bodyPr/>
        <a:lstStyle/>
        <a:p>
          <a:endParaRPr lang="en-US"/>
        </a:p>
      </dgm:t>
    </dgm:pt>
    <dgm:pt modelId="{44EE8BCD-103A-4E85-A007-261B478CF6E5}" type="sibTrans" cxnId="{DD768C36-2A2F-4123-9134-6E6795682204}">
      <dgm:prSet/>
      <dgm:spPr/>
      <dgm:t>
        <a:bodyPr/>
        <a:lstStyle/>
        <a:p>
          <a:endParaRPr lang="en-US"/>
        </a:p>
      </dgm:t>
    </dgm:pt>
    <dgm:pt modelId="{B450F306-04A5-4D62-A2EC-727DDB60A01C}">
      <dgm:prSet/>
      <dgm:spPr/>
      <dgm:t>
        <a:bodyPr/>
        <a:lstStyle/>
        <a:p>
          <a:pPr rtl="0"/>
          <a:r>
            <a:rPr lang="en-US" dirty="0"/>
            <a:t>Education &amp; </a:t>
          </a:r>
          <a:r>
            <a:rPr lang="en-US" dirty="0">
              <a:latin typeface="Aptos Display" panose="020F0302020204030204"/>
            </a:rPr>
            <a:t>Reskilling: The</a:t>
          </a:r>
          <a:r>
            <a:rPr lang="en-US" dirty="0"/>
            <a:t> rise of educational technology presents opportunities for training displaced workers in high-demand fields.</a:t>
          </a:r>
        </a:p>
      </dgm:t>
    </dgm:pt>
    <dgm:pt modelId="{3C9BA708-7F56-4915-B506-C772E6D1D2A9}" type="parTrans" cxnId="{57A108A4-354D-493A-8E08-37FE169B05A1}">
      <dgm:prSet/>
      <dgm:spPr/>
      <dgm:t>
        <a:bodyPr/>
        <a:lstStyle/>
        <a:p>
          <a:endParaRPr lang="en-US"/>
        </a:p>
      </dgm:t>
    </dgm:pt>
    <dgm:pt modelId="{E3F91569-EC80-4371-8E6C-1ADF19C57A9E}" type="sibTrans" cxnId="{57A108A4-354D-493A-8E08-37FE169B05A1}">
      <dgm:prSet/>
      <dgm:spPr/>
      <dgm:t>
        <a:bodyPr/>
        <a:lstStyle/>
        <a:p>
          <a:endParaRPr lang="en-US"/>
        </a:p>
      </dgm:t>
    </dgm:pt>
    <dgm:pt modelId="{00F32414-4DDF-4426-9B7E-8783F272FC38}">
      <dgm:prSet/>
      <dgm:spPr/>
      <dgm:t>
        <a:bodyPr/>
        <a:lstStyle/>
        <a:p>
          <a:pPr rtl="0"/>
          <a:r>
            <a:rPr lang="en-US" dirty="0"/>
            <a:t>Emergence of Hybrid </a:t>
          </a:r>
          <a:r>
            <a:rPr lang="en-US" dirty="0">
              <a:latin typeface="Aptos Display" panose="020F0302020204030204"/>
            </a:rPr>
            <a:t>Jobs: Automation</a:t>
          </a:r>
          <a:r>
            <a:rPr lang="en-US" dirty="0"/>
            <a:t> is transforming traditional roles into hybrid jobs that require a mix of technical expertise and soft skills.</a:t>
          </a:r>
        </a:p>
      </dgm:t>
    </dgm:pt>
    <dgm:pt modelId="{3AB6CA76-E1DE-49C9-8E84-96F4092BE6A5}" type="parTrans" cxnId="{B9C26034-FBC5-4521-8D89-3E304A47BEC4}">
      <dgm:prSet/>
      <dgm:spPr/>
      <dgm:t>
        <a:bodyPr/>
        <a:lstStyle/>
        <a:p>
          <a:endParaRPr lang="en-US"/>
        </a:p>
      </dgm:t>
    </dgm:pt>
    <dgm:pt modelId="{EFACC2E6-F259-4257-9F09-80302823D377}" type="sibTrans" cxnId="{B9C26034-FBC5-4521-8D89-3E304A47BEC4}">
      <dgm:prSet/>
      <dgm:spPr/>
      <dgm:t>
        <a:bodyPr/>
        <a:lstStyle/>
        <a:p>
          <a:endParaRPr lang="en-US"/>
        </a:p>
      </dgm:t>
    </dgm:pt>
    <dgm:pt modelId="{8C046CE5-9FB5-4425-A548-700B2A9B59D1}" type="pres">
      <dgm:prSet presAssocID="{63FCC0C6-3324-4778-A063-12988581FD9B}" presName="root" presStyleCnt="0">
        <dgm:presLayoutVars>
          <dgm:dir/>
          <dgm:resizeHandles val="exact"/>
        </dgm:presLayoutVars>
      </dgm:prSet>
      <dgm:spPr/>
    </dgm:pt>
    <dgm:pt modelId="{D38D1556-F43F-4E48-B9BB-5DA9772255C6}" type="pres">
      <dgm:prSet presAssocID="{4022B6C9-A417-4BD0-9875-AA31268BFAB9}" presName="compNode" presStyleCnt="0"/>
      <dgm:spPr/>
    </dgm:pt>
    <dgm:pt modelId="{4759842E-364A-423E-B5A7-6C8C34F3C610}" type="pres">
      <dgm:prSet presAssocID="{4022B6C9-A417-4BD0-9875-AA31268BFAB9}" presName="bgRect" presStyleLbl="bgShp" presStyleIdx="0" presStyleCnt="3"/>
      <dgm:spPr/>
    </dgm:pt>
    <dgm:pt modelId="{9759B5D3-A193-4465-AF08-42554E9ED063}" type="pres">
      <dgm:prSet presAssocID="{4022B6C9-A417-4BD0-9875-AA31268BFA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6EA1BB9D-F8D9-4C79-87F3-AB1FF5D019DC}" type="pres">
      <dgm:prSet presAssocID="{4022B6C9-A417-4BD0-9875-AA31268BFAB9}" presName="spaceRect" presStyleCnt="0"/>
      <dgm:spPr/>
    </dgm:pt>
    <dgm:pt modelId="{6F2A39B2-EEB1-46A2-9ABC-E72C367083D6}" type="pres">
      <dgm:prSet presAssocID="{4022B6C9-A417-4BD0-9875-AA31268BFAB9}" presName="parTx" presStyleLbl="revTx" presStyleIdx="0" presStyleCnt="3">
        <dgm:presLayoutVars>
          <dgm:chMax val="0"/>
          <dgm:chPref val="0"/>
        </dgm:presLayoutVars>
      </dgm:prSet>
      <dgm:spPr/>
    </dgm:pt>
    <dgm:pt modelId="{1F7DD31B-D968-4714-916D-3559E0A19ABD}" type="pres">
      <dgm:prSet presAssocID="{44EE8BCD-103A-4E85-A007-261B478CF6E5}" presName="sibTrans" presStyleCnt="0"/>
      <dgm:spPr/>
    </dgm:pt>
    <dgm:pt modelId="{42EED3E5-8E83-4DE7-8D6F-652C166DE1D0}" type="pres">
      <dgm:prSet presAssocID="{B450F306-04A5-4D62-A2EC-727DDB60A01C}" presName="compNode" presStyleCnt="0"/>
      <dgm:spPr/>
    </dgm:pt>
    <dgm:pt modelId="{97F734C6-F27C-414A-B2B6-E4CB4DCD05C7}" type="pres">
      <dgm:prSet presAssocID="{B450F306-04A5-4D62-A2EC-727DDB60A01C}" presName="bgRect" presStyleLbl="bgShp" presStyleIdx="1" presStyleCnt="3"/>
      <dgm:spPr/>
    </dgm:pt>
    <dgm:pt modelId="{B16287F4-34BD-4DDF-BF7E-9B7B720EF87F}" type="pres">
      <dgm:prSet presAssocID="{B450F306-04A5-4D62-A2EC-727DDB60A0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9709A207-5F36-4F07-92B1-7866AB81206E}" type="pres">
      <dgm:prSet presAssocID="{B450F306-04A5-4D62-A2EC-727DDB60A01C}" presName="spaceRect" presStyleCnt="0"/>
      <dgm:spPr/>
    </dgm:pt>
    <dgm:pt modelId="{5FD57AEA-BC04-4207-9298-A3D4AC7CE573}" type="pres">
      <dgm:prSet presAssocID="{B450F306-04A5-4D62-A2EC-727DDB60A01C}" presName="parTx" presStyleLbl="revTx" presStyleIdx="1" presStyleCnt="3">
        <dgm:presLayoutVars>
          <dgm:chMax val="0"/>
          <dgm:chPref val="0"/>
        </dgm:presLayoutVars>
      </dgm:prSet>
      <dgm:spPr/>
    </dgm:pt>
    <dgm:pt modelId="{02D51237-2401-4290-9CF9-DDB9FDA8DB79}" type="pres">
      <dgm:prSet presAssocID="{E3F91569-EC80-4371-8E6C-1ADF19C57A9E}" presName="sibTrans" presStyleCnt="0"/>
      <dgm:spPr/>
    </dgm:pt>
    <dgm:pt modelId="{CEF73601-C8A6-4CE0-86DF-25A23AC09FE6}" type="pres">
      <dgm:prSet presAssocID="{00F32414-4DDF-4426-9B7E-8783F272FC38}" presName="compNode" presStyleCnt="0"/>
      <dgm:spPr/>
    </dgm:pt>
    <dgm:pt modelId="{47FB3586-7F5D-46D6-AA20-6BD00A2B334C}" type="pres">
      <dgm:prSet presAssocID="{00F32414-4DDF-4426-9B7E-8783F272FC38}" presName="bgRect" presStyleLbl="bgShp" presStyleIdx="2" presStyleCnt="3"/>
      <dgm:spPr/>
    </dgm:pt>
    <dgm:pt modelId="{96262A87-DE59-4623-A6FE-FF0F1BE5C737}" type="pres">
      <dgm:prSet presAssocID="{00F32414-4DDF-4426-9B7E-8783F272FC3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DB3979B-62E4-4144-B8A3-F1A27664DB2C}" type="pres">
      <dgm:prSet presAssocID="{00F32414-4DDF-4426-9B7E-8783F272FC38}" presName="spaceRect" presStyleCnt="0"/>
      <dgm:spPr/>
    </dgm:pt>
    <dgm:pt modelId="{741B93ED-FBDA-429D-84FA-35C69EA84675}" type="pres">
      <dgm:prSet presAssocID="{00F32414-4DDF-4426-9B7E-8783F272FC3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AFCD204-B44A-40A8-96EA-67942F6AD40A}" type="presOf" srcId="{B450F306-04A5-4D62-A2EC-727DDB60A01C}" destId="{5FD57AEA-BC04-4207-9298-A3D4AC7CE573}" srcOrd="0" destOrd="0" presId="urn:microsoft.com/office/officeart/2018/2/layout/IconVerticalSolidList"/>
    <dgm:cxn modelId="{B9C26034-FBC5-4521-8D89-3E304A47BEC4}" srcId="{63FCC0C6-3324-4778-A063-12988581FD9B}" destId="{00F32414-4DDF-4426-9B7E-8783F272FC38}" srcOrd="2" destOrd="0" parTransId="{3AB6CA76-E1DE-49C9-8E84-96F4092BE6A5}" sibTransId="{EFACC2E6-F259-4257-9F09-80302823D377}"/>
    <dgm:cxn modelId="{DD768C36-2A2F-4123-9134-6E6795682204}" srcId="{63FCC0C6-3324-4778-A063-12988581FD9B}" destId="{4022B6C9-A417-4BD0-9875-AA31268BFAB9}" srcOrd="0" destOrd="0" parTransId="{572B202A-5A43-4BF1-A413-D5D5CA01552E}" sibTransId="{44EE8BCD-103A-4E85-A007-261B478CF6E5}"/>
    <dgm:cxn modelId="{6CB48C9A-C957-45EC-9FF1-BB58DCE46042}" type="presOf" srcId="{4022B6C9-A417-4BD0-9875-AA31268BFAB9}" destId="{6F2A39B2-EEB1-46A2-9ABC-E72C367083D6}" srcOrd="0" destOrd="0" presId="urn:microsoft.com/office/officeart/2018/2/layout/IconVerticalSolidList"/>
    <dgm:cxn modelId="{57A108A4-354D-493A-8E08-37FE169B05A1}" srcId="{63FCC0C6-3324-4778-A063-12988581FD9B}" destId="{B450F306-04A5-4D62-A2EC-727DDB60A01C}" srcOrd="1" destOrd="0" parTransId="{3C9BA708-7F56-4915-B506-C772E6D1D2A9}" sibTransId="{E3F91569-EC80-4371-8E6C-1ADF19C57A9E}"/>
    <dgm:cxn modelId="{48CBF8C6-06BC-48CC-A2C6-E1FAD87ABE14}" type="presOf" srcId="{63FCC0C6-3324-4778-A063-12988581FD9B}" destId="{8C046CE5-9FB5-4425-A548-700B2A9B59D1}" srcOrd="0" destOrd="0" presId="urn:microsoft.com/office/officeart/2018/2/layout/IconVerticalSolidList"/>
    <dgm:cxn modelId="{FA531DE7-9425-415B-A95C-ADD89E2BBB03}" type="presOf" srcId="{00F32414-4DDF-4426-9B7E-8783F272FC38}" destId="{741B93ED-FBDA-429D-84FA-35C69EA84675}" srcOrd="0" destOrd="0" presId="urn:microsoft.com/office/officeart/2018/2/layout/IconVerticalSolidList"/>
    <dgm:cxn modelId="{A7387E13-3FC0-4C1E-A319-546B1F8049AA}" type="presParOf" srcId="{8C046CE5-9FB5-4425-A548-700B2A9B59D1}" destId="{D38D1556-F43F-4E48-B9BB-5DA9772255C6}" srcOrd="0" destOrd="0" presId="urn:microsoft.com/office/officeart/2018/2/layout/IconVerticalSolidList"/>
    <dgm:cxn modelId="{0E93CE72-0DD2-4605-840D-F2819D7C4706}" type="presParOf" srcId="{D38D1556-F43F-4E48-B9BB-5DA9772255C6}" destId="{4759842E-364A-423E-B5A7-6C8C34F3C610}" srcOrd="0" destOrd="0" presId="urn:microsoft.com/office/officeart/2018/2/layout/IconVerticalSolidList"/>
    <dgm:cxn modelId="{40BFD93B-5F73-40EF-A819-F38B4AD77648}" type="presParOf" srcId="{D38D1556-F43F-4E48-B9BB-5DA9772255C6}" destId="{9759B5D3-A193-4465-AF08-42554E9ED063}" srcOrd="1" destOrd="0" presId="urn:microsoft.com/office/officeart/2018/2/layout/IconVerticalSolidList"/>
    <dgm:cxn modelId="{F07C590B-2A7B-423B-9C43-F14B9899EEB6}" type="presParOf" srcId="{D38D1556-F43F-4E48-B9BB-5DA9772255C6}" destId="{6EA1BB9D-F8D9-4C79-87F3-AB1FF5D019DC}" srcOrd="2" destOrd="0" presId="urn:microsoft.com/office/officeart/2018/2/layout/IconVerticalSolidList"/>
    <dgm:cxn modelId="{81AC4C95-31D5-4339-8744-A91D4CA93F6A}" type="presParOf" srcId="{D38D1556-F43F-4E48-B9BB-5DA9772255C6}" destId="{6F2A39B2-EEB1-46A2-9ABC-E72C367083D6}" srcOrd="3" destOrd="0" presId="urn:microsoft.com/office/officeart/2018/2/layout/IconVerticalSolidList"/>
    <dgm:cxn modelId="{0B9BB32F-14F5-4B0B-BA92-C1F00EE6385D}" type="presParOf" srcId="{8C046CE5-9FB5-4425-A548-700B2A9B59D1}" destId="{1F7DD31B-D968-4714-916D-3559E0A19ABD}" srcOrd="1" destOrd="0" presId="urn:microsoft.com/office/officeart/2018/2/layout/IconVerticalSolidList"/>
    <dgm:cxn modelId="{FC8A4684-9EBA-4653-A57D-1F067C933A7C}" type="presParOf" srcId="{8C046CE5-9FB5-4425-A548-700B2A9B59D1}" destId="{42EED3E5-8E83-4DE7-8D6F-652C166DE1D0}" srcOrd="2" destOrd="0" presId="urn:microsoft.com/office/officeart/2018/2/layout/IconVerticalSolidList"/>
    <dgm:cxn modelId="{50499F9C-65C4-4D21-B379-4251DBE91B96}" type="presParOf" srcId="{42EED3E5-8E83-4DE7-8D6F-652C166DE1D0}" destId="{97F734C6-F27C-414A-B2B6-E4CB4DCD05C7}" srcOrd="0" destOrd="0" presId="urn:microsoft.com/office/officeart/2018/2/layout/IconVerticalSolidList"/>
    <dgm:cxn modelId="{0B367313-9D49-441A-86A5-B224C133A7D2}" type="presParOf" srcId="{42EED3E5-8E83-4DE7-8D6F-652C166DE1D0}" destId="{B16287F4-34BD-4DDF-BF7E-9B7B720EF87F}" srcOrd="1" destOrd="0" presId="urn:microsoft.com/office/officeart/2018/2/layout/IconVerticalSolidList"/>
    <dgm:cxn modelId="{824BCA9A-60D7-4838-80BE-34816FBF8699}" type="presParOf" srcId="{42EED3E5-8E83-4DE7-8D6F-652C166DE1D0}" destId="{9709A207-5F36-4F07-92B1-7866AB81206E}" srcOrd="2" destOrd="0" presId="urn:microsoft.com/office/officeart/2018/2/layout/IconVerticalSolidList"/>
    <dgm:cxn modelId="{44207A1E-8CE5-4AD0-A577-E3A03FA920DA}" type="presParOf" srcId="{42EED3E5-8E83-4DE7-8D6F-652C166DE1D0}" destId="{5FD57AEA-BC04-4207-9298-A3D4AC7CE573}" srcOrd="3" destOrd="0" presId="urn:microsoft.com/office/officeart/2018/2/layout/IconVerticalSolidList"/>
    <dgm:cxn modelId="{F1EC8C36-88AA-47BF-9093-74B7139192CE}" type="presParOf" srcId="{8C046CE5-9FB5-4425-A548-700B2A9B59D1}" destId="{02D51237-2401-4290-9CF9-DDB9FDA8DB79}" srcOrd="3" destOrd="0" presId="urn:microsoft.com/office/officeart/2018/2/layout/IconVerticalSolidList"/>
    <dgm:cxn modelId="{24958FAB-B80E-4187-9AA2-7DA66F694CBA}" type="presParOf" srcId="{8C046CE5-9FB5-4425-A548-700B2A9B59D1}" destId="{CEF73601-C8A6-4CE0-86DF-25A23AC09FE6}" srcOrd="4" destOrd="0" presId="urn:microsoft.com/office/officeart/2018/2/layout/IconVerticalSolidList"/>
    <dgm:cxn modelId="{39042397-05D6-44F4-B38E-74D44B60CF30}" type="presParOf" srcId="{CEF73601-C8A6-4CE0-86DF-25A23AC09FE6}" destId="{47FB3586-7F5D-46D6-AA20-6BD00A2B334C}" srcOrd="0" destOrd="0" presId="urn:microsoft.com/office/officeart/2018/2/layout/IconVerticalSolidList"/>
    <dgm:cxn modelId="{0242DEC6-B123-49AC-B336-954B224FFA73}" type="presParOf" srcId="{CEF73601-C8A6-4CE0-86DF-25A23AC09FE6}" destId="{96262A87-DE59-4623-A6FE-FF0F1BE5C737}" srcOrd="1" destOrd="0" presId="urn:microsoft.com/office/officeart/2018/2/layout/IconVerticalSolidList"/>
    <dgm:cxn modelId="{FDA2BAEB-E3D5-4FC6-ABD6-90D884024351}" type="presParOf" srcId="{CEF73601-C8A6-4CE0-86DF-25A23AC09FE6}" destId="{EDB3979B-62E4-4144-B8A3-F1A27664DB2C}" srcOrd="2" destOrd="0" presId="urn:microsoft.com/office/officeart/2018/2/layout/IconVerticalSolidList"/>
    <dgm:cxn modelId="{601C078A-4165-4523-B4E0-C2423A640EBC}" type="presParOf" srcId="{CEF73601-C8A6-4CE0-86DF-25A23AC09FE6}" destId="{741B93ED-FBDA-429D-84FA-35C69EA846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054789-811F-4C2A-87F3-951F7180ED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95891B99-1F5B-4068-9D7C-BCF4560D9E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Job Creation Potential:</a:t>
          </a:r>
          <a:r>
            <a:rPr lang="en-US">
              <a:latin typeface="Aptos Display" panose="020F0302020204030204"/>
            </a:rPr>
            <a:t> </a:t>
          </a:r>
          <a:r>
            <a:rPr lang="en-US"/>
            <a:t>Automation has the potential to create more jobs than it displaces if there is sufficient investment in innovation and education.</a:t>
          </a:r>
        </a:p>
      </dgm:t>
    </dgm:pt>
    <dgm:pt modelId="{F0A8F795-E2D0-4E0A-8100-E6506F64CEBC}" type="parTrans" cxnId="{C5497390-4F7A-4BD3-B743-178FE120135B}">
      <dgm:prSet/>
      <dgm:spPr/>
      <dgm:t>
        <a:bodyPr/>
        <a:lstStyle/>
        <a:p>
          <a:endParaRPr lang="en-US"/>
        </a:p>
      </dgm:t>
    </dgm:pt>
    <dgm:pt modelId="{CC1F61A2-CC93-4F4A-82FC-A6FAB16B4BEB}" type="sibTrans" cxnId="{C5497390-4F7A-4BD3-B743-178FE120135B}">
      <dgm:prSet/>
      <dgm:spPr/>
      <dgm:t>
        <a:bodyPr/>
        <a:lstStyle/>
        <a:p>
          <a:endParaRPr lang="en-US"/>
        </a:p>
      </dgm:t>
    </dgm:pt>
    <dgm:pt modelId="{37A4158D-4ED1-4120-B131-E919556800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Education and Reskilling:</a:t>
          </a:r>
          <a:r>
            <a:rPr lang="en-US">
              <a:latin typeface="Aptos Display" panose="020F0302020204030204"/>
            </a:rPr>
            <a:t> </a:t>
          </a:r>
          <a:r>
            <a:rPr lang="en-US"/>
            <a:t>Investing in partnerships to train displaced workers in high-demand fields is crucial.</a:t>
          </a:r>
        </a:p>
      </dgm:t>
    </dgm:pt>
    <dgm:pt modelId="{296C35CD-399A-41C6-A3A9-61AC4F1B2F8A}" type="parTrans" cxnId="{53BF308B-8760-42BC-83A3-B64C488B3D53}">
      <dgm:prSet/>
      <dgm:spPr/>
      <dgm:t>
        <a:bodyPr/>
        <a:lstStyle/>
        <a:p>
          <a:endParaRPr lang="en-US"/>
        </a:p>
      </dgm:t>
    </dgm:pt>
    <dgm:pt modelId="{CEA53B07-96FD-4430-A713-8C1BA7C0E2F8}" type="sibTrans" cxnId="{53BF308B-8760-42BC-83A3-B64C488B3D53}">
      <dgm:prSet/>
      <dgm:spPr/>
      <dgm:t>
        <a:bodyPr/>
        <a:lstStyle/>
        <a:p>
          <a:endParaRPr lang="en-US"/>
        </a:p>
      </dgm:t>
    </dgm:pt>
    <dgm:pt modelId="{D9A86E1F-BEDF-4550-99B3-E4507D9772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Social Implications:</a:t>
          </a:r>
          <a:r>
            <a:rPr lang="en-US">
              <a:latin typeface="Aptos Display" panose="020F0302020204030204"/>
            </a:rPr>
            <a:t> </a:t>
          </a:r>
          <a:r>
            <a:rPr lang="en-US"/>
            <a:t>Targeted policies are needed to prevent automation from worsening unemployment and inequality.</a:t>
          </a:r>
        </a:p>
      </dgm:t>
    </dgm:pt>
    <dgm:pt modelId="{AF3CF65A-44A8-4C25-85DA-E43D1AC51D3B}" type="parTrans" cxnId="{8DD23A54-CA6F-4727-ABDE-267BC69F64D5}">
      <dgm:prSet/>
      <dgm:spPr/>
      <dgm:t>
        <a:bodyPr/>
        <a:lstStyle/>
        <a:p>
          <a:endParaRPr lang="en-US"/>
        </a:p>
      </dgm:t>
    </dgm:pt>
    <dgm:pt modelId="{DD9C8B44-0EAD-443C-831C-6841FADDFD20}" type="sibTrans" cxnId="{8DD23A54-CA6F-4727-ABDE-267BC69F64D5}">
      <dgm:prSet/>
      <dgm:spPr/>
      <dgm:t>
        <a:bodyPr/>
        <a:lstStyle/>
        <a:p>
          <a:endParaRPr lang="en-US"/>
        </a:p>
      </dgm:t>
    </dgm:pt>
    <dgm:pt modelId="{12B75470-3254-465B-B732-860879556C3A}" type="pres">
      <dgm:prSet presAssocID="{3D054789-811F-4C2A-87F3-951F7180ED08}" presName="root" presStyleCnt="0">
        <dgm:presLayoutVars>
          <dgm:dir/>
          <dgm:resizeHandles val="exact"/>
        </dgm:presLayoutVars>
      </dgm:prSet>
      <dgm:spPr/>
    </dgm:pt>
    <dgm:pt modelId="{F7758DFE-788F-4645-BA6E-1F2D13362647}" type="pres">
      <dgm:prSet presAssocID="{95891B99-1F5B-4068-9D7C-BCF4560D9E19}" presName="compNode" presStyleCnt="0"/>
      <dgm:spPr/>
    </dgm:pt>
    <dgm:pt modelId="{10327672-9217-4695-8FF0-D317E4F8B9F0}" type="pres">
      <dgm:prSet presAssocID="{95891B99-1F5B-4068-9D7C-BCF4560D9E19}" presName="bgRect" presStyleLbl="bgShp" presStyleIdx="0" presStyleCnt="3"/>
      <dgm:spPr/>
    </dgm:pt>
    <dgm:pt modelId="{64A84E89-34A9-452E-B89B-C8ABFEC6379A}" type="pres">
      <dgm:prSet presAssocID="{95891B99-1F5B-4068-9D7C-BCF4560D9E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CC469B-0F56-44CC-8688-1D3CC6E6E0A0}" type="pres">
      <dgm:prSet presAssocID="{95891B99-1F5B-4068-9D7C-BCF4560D9E19}" presName="spaceRect" presStyleCnt="0"/>
      <dgm:spPr/>
    </dgm:pt>
    <dgm:pt modelId="{0D3CCB5A-0F4D-4FF1-B134-34D681FE73FB}" type="pres">
      <dgm:prSet presAssocID="{95891B99-1F5B-4068-9D7C-BCF4560D9E19}" presName="parTx" presStyleLbl="revTx" presStyleIdx="0" presStyleCnt="3">
        <dgm:presLayoutVars>
          <dgm:chMax val="0"/>
          <dgm:chPref val="0"/>
        </dgm:presLayoutVars>
      </dgm:prSet>
      <dgm:spPr/>
    </dgm:pt>
    <dgm:pt modelId="{89D07B9B-B247-484F-BCBA-0C5A72A7C730}" type="pres">
      <dgm:prSet presAssocID="{CC1F61A2-CC93-4F4A-82FC-A6FAB16B4BEB}" presName="sibTrans" presStyleCnt="0"/>
      <dgm:spPr/>
    </dgm:pt>
    <dgm:pt modelId="{230FE7BC-C3B2-4CD7-960A-9A45A42B1529}" type="pres">
      <dgm:prSet presAssocID="{37A4158D-4ED1-4120-B131-E919556800C7}" presName="compNode" presStyleCnt="0"/>
      <dgm:spPr/>
    </dgm:pt>
    <dgm:pt modelId="{2572A198-A8DB-4FF5-B371-6E42113CCAD3}" type="pres">
      <dgm:prSet presAssocID="{37A4158D-4ED1-4120-B131-E919556800C7}" presName="bgRect" presStyleLbl="bgShp" presStyleIdx="1" presStyleCnt="3"/>
      <dgm:spPr/>
    </dgm:pt>
    <dgm:pt modelId="{097ACA2B-74F8-4BCA-B0F6-A268EBC2CD93}" type="pres">
      <dgm:prSet presAssocID="{37A4158D-4ED1-4120-B131-E919556800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9F850907-DE64-4AD5-BD5F-A82F433278DF}" type="pres">
      <dgm:prSet presAssocID="{37A4158D-4ED1-4120-B131-E919556800C7}" presName="spaceRect" presStyleCnt="0"/>
      <dgm:spPr/>
    </dgm:pt>
    <dgm:pt modelId="{9BA0BA69-45A9-48B6-9364-D95C07B6EFBA}" type="pres">
      <dgm:prSet presAssocID="{37A4158D-4ED1-4120-B131-E919556800C7}" presName="parTx" presStyleLbl="revTx" presStyleIdx="1" presStyleCnt="3">
        <dgm:presLayoutVars>
          <dgm:chMax val="0"/>
          <dgm:chPref val="0"/>
        </dgm:presLayoutVars>
      </dgm:prSet>
      <dgm:spPr/>
    </dgm:pt>
    <dgm:pt modelId="{363B6AAA-F02E-4149-8D50-2BC7692A64C5}" type="pres">
      <dgm:prSet presAssocID="{CEA53B07-96FD-4430-A713-8C1BA7C0E2F8}" presName="sibTrans" presStyleCnt="0"/>
      <dgm:spPr/>
    </dgm:pt>
    <dgm:pt modelId="{FEC0D0E3-EC78-4071-8CA3-5B1124DD1EB3}" type="pres">
      <dgm:prSet presAssocID="{D9A86E1F-BEDF-4550-99B3-E4507D9772A2}" presName="compNode" presStyleCnt="0"/>
      <dgm:spPr/>
    </dgm:pt>
    <dgm:pt modelId="{AD3DC387-118F-44FE-AF59-8EBB949C5CF1}" type="pres">
      <dgm:prSet presAssocID="{D9A86E1F-BEDF-4550-99B3-E4507D9772A2}" presName="bgRect" presStyleLbl="bgShp" presStyleIdx="2" presStyleCnt="3"/>
      <dgm:spPr/>
    </dgm:pt>
    <dgm:pt modelId="{772FA911-74F6-41AD-B354-58E35A81F03D}" type="pres">
      <dgm:prSet presAssocID="{D9A86E1F-BEDF-4550-99B3-E4507D9772A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DA9CC884-7714-4E4A-8985-9B90C90A3198}" type="pres">
      <dgm:prSet presAssocID="{D9A86E1F-BEDF-4550-99B3-E4507D9772A2}" presName="spaceRect" presStyleCnt="0"/>
      <dgm:spPr/>
    </dgm:pt>
    <dgm:pt modelId="{09FAB944-DB9F-466D-B9A4-76F44697EFB0}" type="pres">
      <dgm:prSet presAssocID="{D9A86E1F-BEDF-4550-99B3-E4507D9772A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9340124-CD38-4DDD-B9C4-092D7C6FB71C}" type="presOf" srcId="{37A4158D-4ED1-4120-B131-E919556800C7}" destId="{9BA0BA69-45A9-48B6-9364-D95C07B6EFBA}" srcOrd="0" destOrd="0" presId="urn:microsoft.com/office/officeart/2018/2/layout/IconVerticalSolidList"/>
    <dgm:cxn modelId="{476BEE60-C0D1-4892-9558-E52F977AC826}" type="presOf" srcId="{3D054789-811F-4C2A-87F3-951F7180ED08}" destId="{12B75470-3254-465B-B732-860879556C3A}" srcOrd="0" destOrd="0" presId="urn:microsoft.com/office/officeart/2018/2/layout/IconVerticalSolidList"/>
    <dgm:cxn modelId="{8DD23A54-CA6F-4727-ABDE-267BC69F64D5}" srcId="{3D054789-811F-4C2A-87F3-951F7180ED08}" destId="{D9A86E1F-BEDF-4550-99B3-E4507D9772A2}" srcOrd="2" destOrd="0" parTransId="{AF3CF65A-44A8-4C25-85DA-E43D1AC51D3B}" sibTransId="{DD9C8B44-0EAD-443C-831C-6841FADDFD20}"/>
    <dgm:cxn modelId="{53BF308B-8760-42BC-83A3-B64C488B3D53}" srcId="{3D054789-811F-4C2A-87F3-951F7180ED08}" destId="{37A4158D-4ED1-4120-B131-E919556800C7}" srcOrd="1" destOrd="0" parTransId="{296C35CD-399A-41C6-A3A9-61AC4F1B2F8A}" sibTransId="{CEA53B07-96FD-4430-A713-8C1BA7C0E2F8}"/>
    <dgm:cxn modelId="{C5497390-4F7A-4BD3-B743-178FE120135B}" srcId="{3D054789-811F-4C2A-87F3-951F7180ED08}" destId="{95891B99-1F5B-4068-9D7C-BCF4560D9E19}" srcOrd="0" destOrd="0" parTransId="{F0A8F795-E2D0-4E0A-8100-E6506F64CEBC}" sibTransId="{CC1F61A2-CC93-4F4A-82FC-A6FAB16B4BEB}"/>
    <dgm:cxn modelId="{81C5279C-8586-4FFA-8F54-E2299E8A3396}" type="presOf" srcId="{D9A86E1F-BEDF-4550-99B3-E4507D9772A2}" destId="{09FAB944-DB9F-466D-B9A4-76F44697EFB0}" srcOrd="0" destOrd="0" presId="urn:microsoft.com/office/officeart/2018/2/layout/IconVerticalSolidList"/>
    <dgm:cxn modelId="{710280C7-4903-4C2A-97E9-D7B35F3CCD1C}" type="presOf" srcId="{95891B99-1F5B-4068-9D7C-BCF4560D9E19}" destId="{0D3CCB5A-0F4D-4FF1-B134-34D681FE73FB}" srcOrd="0" destOrd="0" presId="urn:microsoft.com/office/officeart/2018/2/layout/IconVerticalSolidList"/>
    <dgm:cxn modelId="{6709F610-1B3C-4832-93BD-BBF73EBBD92B}" type="presParOf" srcId="{12B75470-3254-465B-B732-860879556C3A}" destId="{F7758DFE-788F-4645-BA6E-1F2D13362647}" srcOrd="0" destOrd="0" presId="urn:microsoft.com/office/officeart/2018/2/layout/IconVerticalSolidList"/>
    <dgm:cxn modelId="{5FDEBDFF-3B0A-42F9-AD89-450D7D99AD15}" type="presParOf" srcId="{F7758DFE-788F-4645-BA6E-1F2D13362647}" destId="{10327672-9217-4695-8FF0-D317E4F8B9F0}" srcOrd="0" destOrd="0" presId="urn:microsoft.com/office/officeart/2018/2/layout/IconVerticalSolidList"/>
    <dgm:cxn modelId="{6E1F7B78-50AA-496F-92F8-32C57509A57B}" type="presParOf" srcId="{F7758DFE-788F-4645-BA6E-1F2D13362647}" destId="{64A84E89-34A9-452E-B89B-C8ABFEC6379A}" srcOrd="1" destOrd="0" presId="urn:microsoft.com/office/officeart/2018/2/layout/IconVerticalSolidList"/>
    <dgm:cxn modelId="{6D8682ED-9E2A-4C48-89F4-BF2890F566AE}" type="presParOf" srcId="{F7758DFE-788F-4645-BA6E-1F2D13362647}" destId="{F8CC469B-0F56-44CC-8688-1D3CC6E6E0A0}" srcOrd="2" destOrd="0" presId="urn:microsoft.com/office/officeart/2018/2/layout/IconVerticalSolidList"/>
    <dgm:cxn modelId="{60A67444-DCF1-4054-A012-86A7E3CF0A01}" type="presParOf" srcId="{F7758DFE-788F-4645-BA6E-1F2D13362647}" destId="{0D3CCB5A-0F4D-4FF1-B134-34D681FE73FB}" srcOrd="3" destOrd="0" presId="urn:microsoft.com/office/officeart/2018/2/layout/IconVerticalSolidList"/>
    <dgm:cxn modelId="{C5B2F854-AF94-4767-AA02-2E93C6DAF1E2}" type="presParOf" srcId="{12B75470-3254-465B-B732-860879556C3A}" destId="{89D07B9B-B247-484F-BCBA-0C5A72A7C730}" srcOrd="1" destOrd="0" presId="urn:microsoft.com/office/officeart/2018/2/layout/IconVerticalSolidList"/>
    <dgm:cxn modelId="{3F5F45D6-D55F-41B0-9BF7-DDE6B833760B}" type="presParOf" srcId="{12B75470-3254-465B-B732-860879556C3A}" destId="{230FE7BC-C3B2-4CD7-960A-9A45A42B1529}" srcOrd="2" destOrd="0" presId="urn:microsoft.com/office/officeart/2018/2/layout/IconVerticalSolidList"/>
    <dgm:cxn modelId="{641E493D-A873-4AD5-9A3D-269B79743638}" type="presParOf" srcId="{230FE7BC-C3B2-4CD7-960A-9A45A42B1529}" destId="{2572A198-A8DB-4FF5-B371-6E42113CCAD3}" srcOrd="0" destOrd="0" presId="urn:microsoft.com/office/officeart/2018/2/layout/IconVerticalSolidList"/>
    <dgm:cxn modelId="{B86387C9-E395-4A23-AA10-32380B5A11DF}" type="presParOf" srcId="{230FE7BC-C3B2-4CD7-960A-9A45A42B1529}" destId="{097ACA2B-74F8-4BCA-B0F6-A268EBC2CD93}" srcOrd="1" destOrd="0" presId="urn:microsoft.com/office/officeart/2018/2/layout/IconVerticalSolidList"/>
    <dgm:cxn modelId="{3AC8D635-B627-4884-A5F1-1D7431CA6B7E}" type="presParOf" srcId="{230FE7BC-C3B2-4CD7-960A-9A45A42B1529}" destId="{9F850907-DE64-4AD5-BD5F-A82F433278DF}" srcOrd="2" destOrd="0" presId="urn:microsoft.com/office/officeart/2018/2/layout/IconVerticalSolidList"/>
    <dgm:cxn modelId="{47F92E44-AC7B-40C3-A1AF-A0C5AE9F7085}" type="presParOf" srcId="{230FE7BC-C3B2-4CD7-960A-9A45A42B1529}" destId="{9BA0BA69-45A9-48B6-9364-D95C07B6EFBA}" srcOrd="3" destOrd="0" presId="urn:microsoft.com/office/officeart/2018/2/layout/IconVerticalSolidList"/>
    <dgm:cxn modelId="{5EC03456-FD3E-45F6-8366-1DFC02020726}" type="presParOf" srcId="{12B75470-3254-465B-B732-860879556C3A}" destId="{363B6AAA-F02E-4149-8D50-2BC7692A64C5}" srcOrd="3" destOrd="0" presId="urn:microsoft.com/office/officeart/2018/2/layout/IconVerticalSolidList"/>
    <dgm:cxn modelId="{57DC4BEF-9924-4A85-8065-591F3C55BF23}" type="presParOf" srcId="{12B75470-3254-465B-B732-860879556C3A}" destId="{FEC0D0E3-EC78-4071-8CA3-5B1124DD1EB3}" srcOrd="4" destOrd="0" presId="urn:microsoft.com/office/officeart/2018/2/layout/IconVerticalSolidList"/>
    <dgm:cxn modelId="{7F4D13DC-0970-4DFC-B89D-0E0C7A2A6B98}" type="presParOf" srcId="{FEC0D0E3-EC78-4071-8CA3-5B1124DD1EB3}" destId="{AD3DC387-118F-44FE-AF59-8EBB949C5CF1}" srcOrd="0" destOrd="0" presId="urn:microsoft.com/office/officeart/2018/2/layout/IconVerticalSolidList"/>
    <dgm:cxn modelId="{CE61D30E-DEE1-46AB-A88B-179AD0457040}" type="presParOf" srcId="{FEC0D0E3-EC78-4071-8CA3-5B1124DD1EB3}" destId="{772FA911-74F6-41AD-B354-58E35A81F03D}" srcOrd="1" destOrd="0" presId="urn:microsoft.com/office/officeart/2018/2/layout/IconVerticalSolidList"/>
    <dgm:cxn modelId="{D7612F8C-97E6-4001-A236-EFF0AF2B37B3}" type="presParOf" srcId="{FEC0D0E3-EC78-4071-8CA3-5B1124DD1EB3}" destId="{DA9CC884-7714-4E4A-8985-9B90C90A3198}" srcOrd="2" destOrd="0" presId="urn:microsoft.com/office/officeart/2018/2/layout/IconVerticalSolidList"/>
    <dgm:cxn modelId="{8437C88A-C2BD-4E8A-AEE1-76FBDB5E659C}" type="presParOf" srcId="{FEC0D0E3-EC78-4071-8CA3-5B1124DD1EB3}" destId="{09FAB944-DB9F-466D-B9A4-76F44697EF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12496-A423-483E-B066-49490C1E2CC0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is defined as the use of technology to operate </a:t>
          </a:r>
          <a:r>
            <a:rPr lang="en-US" sz="1600" kern="1200" dirty="0">
              <a:latin typeface="Aptos Display" panose="020F0302020204030204"/>
            </a:rPr>
            <a:t>without human</a:t>
          </a:r>
          <a:r>
            <a:rPr lang="en-US" sz="1600" kern="1200" dirty="0"/>
            <a:t> </a:t>
          </a:r>
          <a:r>
            <a:rPr lang="en-US" sz="1600" kern="1200" dirty="0">
              <a:latin typeface="Aptos Display" panose="020F0302020204030204"/>
            </a:rPr>
            <a:t>intervention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Aptos Display" panose="020F0302020204030204"/>
            </a:rPr>
            <a:t>is</a:t>
          </a:r>
          <a:r>
            <a:rPr lang="en-US" sz="1600" kern="1200" dirty="0"/>
            <a:t> becoming increasingly critical as countries recover from </a:t>
          </a:r>
          <a:r>
            <a:rPr lang="en-US" sz="1600" kern="1200" dirty="0">
              <a:latin typeface="Aptos Display" panose="020F0302020204030204"/>
            </a:rPr>
            <a:t>the economic</a:t>
          </a:r>
          <a:r>
            <a:rPr lang="en-US" sz="1600" kern="1200" dirty="0"/>
            <a:t> effects of COVID-19 into everyday business operations </a:t>
          </a:r>
        </a:p>
      </dsp:txBody>
      <dsp:txXfrm rot="-5400000">
        <a:off x="3785616" y="197117"/>
        <a:ext cx="6675221" cy="1012303"/>
      </dsp:txXfrm>
    </dsp:sp>
    <dsp:sp modelId="{D33B276B-DB6C-4B64-8BC0-5AD9EEA85A8F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Definition of Automation</a:t>
          </a:r>
        </a:p>
      </dsp:txBody>
      <dsp:txXfrm>
        <a:off x="68454" y="70578"/>
        <a:ext cx="3648708" cy="1265378"/>
      </dsp:txXfrm>
    </dsp:sp>
    <dsp:sp modelId="{B01A2A32-1DD2-48E9-AFD4-E2837760D8CA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Aptos Display" panose="020F0302020204030204"/>
            </a:rPr>
            <a:t>By</a:t>
          </a:r>
          <a:r>
            <a:rPr lang="en-US" sz="1600" kern="1200" dirty="0"/>
            <a:t> 2030, up to 800 million global workers could be displaced </a:t>
          </a:r>
          <a:r>
            <a:rPr lang="en-US" sz="1600" kern="1200" dirty="0">
              <a:latin typeface="Aptos Display" panose="020F0302020204030204"/>
            </a:rPr>
            <a:t>by automation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raises concerns about job loss and the widening skills gap</a:t>
          </a:r>
        </a:p>
      </dsp:txBody>
      <dsp:txXfrm rot="-5400000">
        <a:off x="3785616" y="1669517"/>
        <a:ext cx="6675221" cy="1012303"/>
      </dsp:txXfrm>
    </dsp:sp>
    <dsp:sp modelId="{D704217F-0025-42B8-8CB9-6CF6E1DD880E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Impact on </a:t>
          </a:r>
          <a:r>
            <a:rPr lang="en-US" sz="3900" kern="1200" dirty="0">
              <a:latin typeface="Aptos Display" panose="020F0302020204030204"/>
            </a:rPr>
            <a:t>Employment </a:t>
          </a:r>
        </a:p>
      </dsp:txBody>
      <dsp:txXfrm>
        <a:off x="68454" y="1542979"/>
        <a:ext cx="3648708" cy="1265378"/>
      </dsp:txXfrm>
    </dsp:sp>
    <dsp:sp modelId="{B5A80A2E-0F02-45F6-8063-CC811D7023B7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Aptos Display" panose="020F0302020204030204"/>
            </a:rPr>
            <a:t>Technological</a:t>
          </a:r>
          <a:r>
            <a:rPr lang="en-US" sz="1600" kern="1200" dirty="0"/>
            <a:t> advancements reshape the job market </a:t>
          </a:r>
          <a:r>
            <a:rPr lang="en-US" sz="1600" kern="1200" dirty="0">
              <a:latin typeface="Aptos Display" panose="020F0302020204030204"/>
            </a:rPr>
            <a:t>by displacing</a:t>
          </a:r>
          <a:r>
            <a:rPr lang="en-US" sz="1600" kern="1200" dirty="0"/>
            <a:t> </a:t>
          </a:r>
          <a:r>
            <a:rPr lang="en-US" sz="1600" kern="1200" dirty="0">
              <a:latin typeface="Aptos Display" panose="020F0302020204030204"/>
            </a:rPr>
            <a:t>         </a:t>
          </a:r>
          <a:r>
            <a:rPr lang="en-US" sz="1600" kern="1200" dirty="0"/>
            <a:t>certain jobs</a:t>
          </a:r>
          <a:endParaRPr lang="en-US" sz="1600" kern="1200" dirty="0">
            <a:latin typeface="Aptos Display" panose="020F0302020204030204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However, they also create new opportunities through innovation </a:t>
          </a:r>
          <a:r>
            <a:rPr lang="en-US" sz="1600" kern="1200" dirty="0">
              <a:latin typeface="Aptos Display" panose="020F0302020204030204"/>
            </a:rPr>
            <a:t>                    and economic</a:t>
          </a:r>
          <a:r>
            <a:rPr lang="en-US" sz="1600" kern="1200" dirty="0"/>
            <a:t> growth</a:t>
          </a:r>
        </a:p>
      </dsp:txBody>
      <dsp:txXfrm rot="-5400000">
        <a:off x="3785616" y="3141918"/>
        <a:ext cx="6675221" cy="1012303"/>
      </dsp:txXfrm>
    </dsp:sp>
    <dsp:sp modelId="{62AF4A2F-A339-495A-A8AB-2AFFA651B71D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latin typeface="Aptos Display" panose="020F0302020204030204"/>
            </a:rPr>
            <a:t>Opportunity</a:t>
          </a:r>
          <a:r>
            <a:rPr lang="en-US" sz="3900" kern="1200" dirty="0"/>
            <a:t> and </a:t>
          </a:r>
          <a:r>
            <a:rPr lang="en-US" sz="3900" kern="1200" dirty="0">
              <a:latin typeface="Aptos Display" panose="020F0302020204030204"/>
            </a:rPr>
            <a:t>Challenge</a:t>
          </a:r>
        </a:p>
      </dsp:txBody>
      <dsp:txXfrm>
        <a:off x="68454" y="3015380"/>
        <a:ext cx="364870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15CC0-03AF-4ED3-87B2-CB135955F78C}">
      <dsp:nvSpPr>
        <dsp:cNvPr id="0" name=""/>
        <dsp:cNvSpPr/>
      </dsp:nvSpPr>
      <dsp:spPr>
        <a:xfrm>
          <a:off x="0" y="367885"/>
          <a:ext cx="10113268" cy="1819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902" tIns="437388" rIns="784902" bIns="149352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Aptos Display" panose="020F0302020204030204"/>
            </a:rPr>
            <a:t>The</a:t>
          </a:r>
          <a:r>
            <a:rPr lang="en-US" sz="2100" kern="1200" dirty="0"/>
            <a:t> Industrial Revolution in Britain marked a turning point in labor markets.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 the early 20th century, the mechanization of agriculture in America showcased how automation could transform industries.</a:t>
          </a:r>
          <a:endParaRPr lang="en-US" sz="2100" kern="1200" dirty="0">
            <a:latin typeface="Aptos Display" panose="020F0302020204030204"/>
          </a:endParaRPr>
        </a:p>
      </dsp:txBody>
      <dsp:txXfrm>
        <a:off x="0" y="367885"/>
        <a:ext cx="10113268" cy="1819125"/>
      </dsp:txXfrm>
    </dsp:sp>
    <dsp:sp modelId="{41F7FE57-0B83-44E0-B91F-52702E050966}">
      <dsp:nvSpPr>
        <dsp:cNvPr id="0" name=""/>
        <dsp:cNvSpPr/>
      </dsp:nvSpPr>
      <dsp:spPr>
        <a:xfrm>
          <a:off x="505663" y="57925"/>
          <a:ext cx="7079287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580" tIns="0" rIns="267580" bIns="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Historical Context of Automation</a:t>
          </a:r>
        </a:p>
      </dsp:txBody>
      <dsp:txXfrm>
        <a:off x="535925" y="88187"/>
        <a:ext cx="7018763" cy="559396"/>
      </dsp:txXfrm>
    </dsp:sp>
    <dsp:sp modelId="{A55C0B18-1F1E-43E4-88C4-104F1EECFEFA}">
      <dsp:nvSpPr>
        <dsp:cNvPr id="0" name=""/>
        <dsp:cNvSpPr/>
      </dsp:nvSpPr>
      <dsp:spPr>
        <a:xfrm>
          <a:off x="0" y="2610370"/>
          <a:ext cx="10113268" cy="3042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902" tIns="437388" rIns="784902" bIns="149352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Aptos Display" panose="020F0302020204030204"/>
            </a:rPr>
            <a:t>After</a:t>
          </a:r>
          <a:r>
            <a:rPr lang="en-US" sz="2100" kern="1200" dirty="0"/>
            <a:t> World War II, nearly half (42%) of jobs in the UK were rendered redundant due to economic shifts.</a:t>
          </a:r>
          <a:endParaRPr lang="en-US" sz="2100" kern="1200" dirty="0">
            <a:latin typeface="Aptos Display" panose="020F0302020204030204"/>
          </a:endParaRP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Aptos Display" panose="020F0302020204030204"/>
            </a:rPr>
            <a:t>The</a:t>
          </a:r>
          <a:r>
            <a:rPr lang="en-US" sz="2100" kern="1200" dirty="0"/>
            <a:t> global financial crisis of 2008 and the COVID-19 pandemic highlight the importance of robust social and legal policies for economic </a:t>
          </a:r>
          <a:r>
            <a:rPr lang="en-US" sz="2100" kern="1200" dirty="0">
              <a:latin typeface="Aptos Display" panose="020F0302020204030204"/>
            </a:rPr>
            <a:t>stability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Aptos Display" panose="020F0302020204030204"/>
            </a:rPr>
            <a:t>Proactive</a:t>
          </a:r>
          <a:r>
            <a:rPr lang="en-US" sz="2100" kern="1200" dirty="0"/>
            <a:t> government intervention can counterbalance the disruptive effects of technological change</a:t>
          </a:r>
          <a:r>
            <a:rPr lang="en-US" sz="2100" kern="1200" dirty="0">
              <a:latin typeface="Aptos Display" panose="020F0302020204030204"/>
            </a:rPr>
            <a:t> and</a:t>
          </a:r>
          <a:r>
            <a:rPr lang="en-US" sz="2100" kern="1200" dirty="0"/>
            <a:t> </a:t>
          </a:r>
          <a:r>
            <a:rPr lang="en-US" sz="2100" kern="1200" dirty="0">
              <a:latin typeface="Aptos Display" panose="020F0302020204030204"/>
            </a:rPr>
            <a:t>play</a:t>
          </a:r>
          <a:r>
            <a:rPr lang="en-US" sz="2100" kern="1200" dirty="0"/>
            <a:t> a critical role in mitigating the adverse effects of automation and helping workers transition</a:t>
          </a:r>
          <a:r>
            <a:rPr lang="en-US" sz="2100" kern="1200" dirty="0">
              <a:latin typeface="Aptos Display" panose="020F0302020204030204"/>
            </a:rPr>
            <a:t> </a:t>
          </a:r>
          <a:r>
            <a:rPr lang="en-US" sz="2100" kern="1200" dirty="0"/>
            <a:t>to new industries.</a:t>
          </a:r>
        </a:p>
      </dsp:txBody>
      <dsp:txXfrm>
        <a:off x="0" y="2610370"/>
        <a:ext cx="10113268" cy="3042899"/>
      </dsp:txXfrm>
    </dsp:sp>
    <dsp:sp modelId="{87B869E2-F59B-4C3F-AB48-42CE6219706B}">
      <dsp:nvSpPr>
        <dsp:cNvPr id="0" name=""/>
        <dsp:cNvSpPr/>
      </dsp:nvSpPr>
      <dsp:spPr>
        <a:xfrm>
          <a:off x="505663" y="2300410"/>
          <a:ext cx="7079287" cy="6199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580" tIns="0" rIns="267580" bIns="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Role of Social Policies in Mitigating Automation Effects</a:t>
          </a:r>
          <a:endParaRPr lang="en-US" sz="2100" kern="1200" dirty="0">
            <a:latin typeface="Aptos Display" panose="020F0302020204030204"/>
          </a:endParaRPr>
        </a:p>
      </dsp:txBody>
      <dsp:txXfrm>
        <a:off x="535925" y="2330672"/>
        <a:ext cx="7018763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59842E-364A-423E-B5A7-6C8C34F3C610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9B5D3-A193-4465-AF08-42554E9ED063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A39B2-EEB1-46A2-9ABC-E72C367083D6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Innovation </a:t>
          </a:r>
          <a:r>
            <a:rPr lang="en-US" sz="2300" kern="1200" dirty="0">
              <a:latin typeface="Aptos Display" panose="020F0302020204030204"/>
            </a:rPr>
            <a:t>Catalyst: Automation</a:t>
          </a:r>
          <a:r>
            <a:rPr lang="en-US" sz="2300" kern="1200" dirty="0"/>
            <a:t> drives innovation and enhances competitiveness across sectors by creating new job markets.</a:t>
          </a:r>
        </a:p>
      </dsp:txBody>
      <dsp:txXfrm>
        <a:off x="1437631" y="531"/>
        <a:ext cx="9077968" cy="1244702"/>
      </dsp:txXfrm>
    </dsp:sp>
    <dsp:sp modelId="{97F734C6-F27C-414A-B2B6-E4CB4DCD05C7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6287F4-34BD-4DDF-BF7E-9B7B720EF87F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57AEA-BC04-4207-9298-A3D4AC7CE573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Education &amp; </a:t>
          </a:r>
          <a:r>
            <a:rPr lang="en-US" sz="2300" kern="1200" dirty="0">
              <a:latin typeface="Aptos Display" panose="020F0302020204030204"/>
            </a:rPr>
            <a:t>Reskilling: The</a:t>
          </a:r>
          <a:r>
            <a:rPr lang="en-US" sz="2300" kern="1200" dirty="0"/>
            <a:t> rise of educational technology presents opportunities for training displaced workers in high-demand fields.</a:t>
          </a:r>
        </a:p>
      </dsp:txBody>
      <dsp:txXfrm>
        <a:off x="1437631" y="1556410"/>
        <a:ext cx="9077968" cy="1244702"/>
      </dsp:txXfrm>
    </dsp:sp>
    <dsp:sp modelId="{47FB3586-7F5D-46D6-AA20-6BD00A2B334C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262A87-DE59-4623-A6FE-FF0F1BE5C737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B93ED-FBDA-429D-84FA-35C69EA84675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Emergence of Hybrid </a:t>
          </a:r>
          <a:r>
            <a:rPr lang="en-US" sz="2300" kern="1200" dirty="0">
              <a:latin typeface="Aptos Display" panose="020F0302020204030204"/>
            </a:rPr>
            <a:t>Jobs: Automation</a:t>
          </a:r>
          <a:r>
            <a:rPr lang="en-US" sz="2300" kern="1200" dirty="0"/>
            <a:t> is transforming traditional roles into hybrid jobs that require a mix of technical expertise and soft skills.</a:t>
          </a:r>
        </a:p>
      </dsp:txBody>
      <dsp:txXfrm>
        <a:off x="1437631" y="3112289"/>
        <a:ext cx="9077968" cy="12447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27672-9217-4695-8FF0-D317E4F8B9F0}">
      <dsp:nvSpPr>
        <dsp:cNvPr id="0" name=""/>
        <dsp:cNvSpPr/>
      </dsp:nvSpPr>
      <dsp:spPr>
        <a:xfrm>
          <a:off x="0" y="452"/>
          <a:ext cx="6798539" cy="1058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A84E89-34A9-452E-B89B-C8ABFEC6379A}">
      <dsp:nvSpPr>
        <dsp:cNvPr id="0" name=""/>
        <dsp:cNvSpPr/>
      </dsp:nvSpPr>
      <dsp:spPr>
        <a:xfrm>
          <a:off x="320158" y="238586"/>
          <a:ext cx="582106" cy="582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CCB5A-0F4D-4FF1-B134-34D681FE73FB}">
      <dsp:nvSpPr>
        <dsp:cNvPr id="0" name=""/>
        <dsp:cNvSpPr/>
      </dsp:nvSpPr>
      <dsp:spPr>
        <a:xfrm>
          <a:off x="1222423" y="452"/>
          <a:ext cx="5576115" cy="1058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1" tIns="112011" rIns="112011" bIns="11201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Job Creation Potential:</a:t>
          </a:r>
          <a:r>
            <a:rPr lang="en-US" sz="1700" kern="1200">
              <a:latin typeface="Aptos Display" panose="020F0302020204030204"/>
            </a:rPr>
            <a:t> </a:t>
          </a:r>
          <a:r>
            <a:rPr lang="en-US" sz="1700" kern="1200"/>
            <a:t>Automation has the potential to create more jobs than it displaces if there is sufficient investment in innovation and education.</a:t>
          </a:r>
        </a:p>
      </dsp:txBody>
      <dsp:txXfrm>
        <a:off x="1222423" y="452"/>
        <a:ext cx="5576115" cy="1058374"/>
      </dsp:txXfrm>
    </dsp:sp>
    <dsp:sp modelId="{2572A198-A8DB-4FF5-B371-6E42113CCAD3}">
      <dsp:nvSpPr>
        <dsp:cNvPr id="0" name=""/>
        <dsp:cNvSpPr/>
      </dsp:nvSpPr>
      <dsp:spPr>
        <a:xfrm>
          <a:off x="0" y="1323421"/>
          <a:ext cx="6798539" cy="1058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7ACA2B-74F8-4BCA-B0F6-A268EBC2CD93}">
      <dsp:nvSpPr>
        <dsp:cNvPr id="0" name=""/>
        <dsp:cNvSpPr/>
      </dsp:nvSpPr>
      <dsp:spPr>
        <a:xfrm>
          <a:off x="320158" y="1561555"/>
          <a:ext cx="582106" cy="582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0BA69-45A9-48B6-9364-D95C07B6EFBA}">
      <dsp:nvSpPr>
        <dsp:cNvPr id="0" name=""/>
        <dsp:cNvSpPr/>
      </dsp:nvSpPr>
      <dsp:spPr>
        <a:xfrm>
          <a:off x="1222423" y="1323421"/>
          <a:ext cx="5576115" cy="1058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1" tIns="112011" rIns="112011" bIns="11201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Education and Reskilling:</a:t>
          </a:r>
          <a:r>
            <a:rPr lang="en-US" sz="1700" kern="1200">
              <a:latin typeface="Aptos Display" panose="020F0302020204030204"/>
            </a:rPr>
            <a:t> </a:t>
          </a:r>
          <a:r>
            <a:rPr lang="en-US" sz="1700" kern="1200"/>
            <a:t>Investing in partnerships to train displaced workers in high-demand fields is crucial.</a:t>
          </a:r>
        </a:p>
      </dsp:txBody>
      <dsp:txXfrm>
        <a:off x="1222423" y="1323421"/>
        <a:ext cx="5576115" cy="1058374"/>
      </dsp:txXfrm>
    </dsp:sp>
    <dsp:sp modelId="{AD3DC387-118F-44FE-AF59-8EBB949C5CF1}">
      <dsp:nvSpPr>
        <dsp:cNvPr id="0" name=""/>
        <dsp:cNvSpPr/>
      </dsp:nvSpPr>
      <dsp:spPr>
        <a:xfrm>
          <a:off x="0" y="2646389"/>
          <a:ext cx="6798539" cy="1058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2FA911-74F6-41AD-B354-58E35A81F03D}">
      <dsp:nvSpPr>
        <dsp:cNvPr id="0" name=""/>
        <dsp:cNvSpPr/>
      </dsp:nvSpPr>
      <dsp:spPr>
        <a:xfrm>
          <a:off x="320158" y="2884524"/>
          <a:ext cx="582106" cy="582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AB944-DB9F-466D-B9A4-76F44697EFB0}">
      <dsp:nvSpPr>
        <dsp:cNvPr id="0" name=""/>
        <dsp:cNvSpPr/>
      </dsp:nvSpPr>
      <dsp:spPr>
        <a:xfrm>
          <a:off x="1222423" y="2646389"/>
          <a:ext cx="5576115" cy="1058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1" tIns="112011" rIns="112011" bIns="11201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Social Implications:</a:t>
          </a:r>
          <a:r>
            <a:rPr lang="en-US" sz="1700" kern="1200">
              <a:latin typeface="Aptos Display" panose="020F0302020204030204"/>
            </a:rPr>
            <a:t> </a:t>
          </a:r>
          <a:r>
            <a:rPr lang="en-US" sz="1700" kern="1200"/>
            <a:t>Targeted policies are needed to prevent automation from worsening unemployment and inequality.</a:t>
          </a:r>
        </a:p>
      </dsp:txBody>
      <dsp:txXfrm>
        <a:off x="1222423" y="2646389"/>
        <a:ext cx="5576115" cy="1058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4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5600" b="1" dirty="0">
                <a:latin typeface="Times New Roman"/>
                <a:cs typeface="Times New Roman"/>
              </a:rPr>
              <a:t>The Impact of Automation on Employment: Navigating the Future Workforce</a:t>
            </a:r>
            <a:endParaRPr lang="en-US" sz="5600" dirty="0"/>
          </a:p>
          <a:p>
            <a:endParaRPr lang="en-US" sz="5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515608" cy="1198176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Will automation ultimately lead to increase rather than decrease in job opportunities?</a:t>
            </a:r>
            <a:endParaRPr lang="en-US" sz="3000"/>
          </a:p>
          <a:p>
            <a:br>
              <a:rPr lang="en-US" sz="900" dirty="0"/>
            </a:br>
            <a:endParaRPr lang="en-US" sz="9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55">
            <a:extLst>
              <a:ext uri="{FF2B5EF4-FFF2-40B4-BE49-F238E27FC236}">
                <a16:creationId xmlns:a16="http://schemas.microsoft.com/office/drawing/2014/main" id="{981AC2E4-EE3E-4524-5062-AEF308AA63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278" r="9085" b="-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0" name="Rectangle 15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89BD9-AF6B-22FD-2900-4BE0FB7A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Automation and Employment</a:t>
            </a:r>
            <a:endParaRPr lang="en-US" dirty="0"/>
          </a:p>
        </p:txBody>
      </p:sp>
      <p:graphicFrame>
        <p:nvGraphicFramePr>
          <p:cNvPr id="154" name="Diagram 153">
            <a:extLst>
              <a:ext uri="{FF2B5EF4-FFF2-40B4-BE49-F238E27FC236}">
                <a16:creationId xmlns:a16="http://schemas.microsoft.com/office/drawing/2014/main" id="{F6A1DBDF-0461-8A5A-DAA3-C526BADC67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2831456"/>
              </p:ext>
            </p:extLst>
          </p:nvPr>
        </p:nvGraphicFramePr>
        <p:xfrm>
          <a:off x="76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21" name="Picture 720" descr="A group of orange robots in a warehouse&#10;&#10;AI-generated content may be incorrect.">
            <a:extLst>
              <a:ext uri="{FF2B5EF4-FFF2-40B4-BE49-F238E27FC236}">
                <a16:creationId xmlns:a16="http://schemas.microsoft.com/office/drawing/2014/main" id="{3CFE16B3-913E-0242-6169-25A6393F88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0089" y="568656"/>
            <a:ext cx="2831911" cy="1592240"/>
          </a:xfrm>
          <a:prstGeom prst="rect">
            <a:avLst/>
          </a:prstGeom>
        </p:spPr>
      </p:pic>
      <p:pic>
        <p:nvPicPr>
          <p:cNvPr id="729" name="Picture 728" descr="A robot holding a box&#10;&#10;AI-generated content may be incorrect.">
            <a:extLst>
              <a:ext uri="{FF2B5EF4-FFF2-40B4-BE49-F238E27FC236}">
                <a16:creationId xmlns:a16="http://schemas.microsoft.com/office/drawing/2014/main" id="{3266FA86-10FA-9037-97D2-43BA766675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3115" y="3010043"/>
            <a:ext cx="2971800" cy="1543050"/>
          </a:xfrm>
          <a:prstGeom prst="rect">
            <a:avLst/>
          </a:prstGeom>
        </p:spPr>
      </p:pic>
      <p:pic>
        <p:nvPicPr>
          <p:cNvPr id="744" name="Picture 743" descr="A signpost with two arrows&#10;&#10;AI-generated content may be incorrect.">
            <a:extLst>
              <a:ext uri="{FF2B5EF4-FFF2-40B4-BE49-F238E27FC236}">
                <a16:creationId xmlns:a16="http://schemas.microsoft.com/office/drawing/2014/main" id="{EF6D66FE-7AD0-E905-4366-436C478930D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2093" t="11436" r="10570" b="26263"/>
          <a:stretch/>
        </p:blipFill>
        <p:spPr>
          <a:xfrm>
            <a:off x="9667164" y="5327697"/>
            <a:ext cx="2877838" cy="152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47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4B0CA-7728-D275-26F1-8A58FBD7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89C90-761D-9B59-9989-6D974FF2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24" y="146553"/>
            <a:ext cx="10266361" cy="1701067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3800" b="1">
                <a:latin typeface="Aptos"/>
              </a:rPr>
              <a:t>Arguments for Increased Job Opportunities</a:t>
            </a:r>
            <a:endParaRPr lang="en-US" sz="3800">
              <a:latin typeface="Aptos"/>
            </a:endParaRPr>
          </a:p>
          <a:p>
            <a:endParaRPr lang="en-US" sz="380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57C62C25-B9F1-A146-9FA5-9775524AA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261473"/>
              </p:ext>
            </p:extLst>
          </p:nvPr>
        </p:nvGraphicFramePr>
        <p:xfrm>
          <a:off x="1352883" y="1001228"/>
          <a:ext cx="10113268" cy="5711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153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87474-D817-2881-B427-C71367F4D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Arguments for decreased Job Opportunities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C55D043-5245-C4F8-05A4-8995B83EC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83" y="1575864"/>
            <a:ext cx="7579845" cy="2249539"/>
          </a:xfrm>
          <a:prstGeom prst="rect">
            <a:avLst/>
          </a:prstGeom>
        </p:spPr>
      </p:pic>
      <p:pic>
        <p:nvPicPr>
          <p:cNvPr id="31" name="Picture 30" descr="A yellow circle with white numbers on it&#10;&#10;AI-generated content may be incorrect.">
            <a:extLst>
              <a:ext uri="{FF2B5EF4-FFF2-40B4-BE49-F238E27FC236}">
                <a16:creationId xmlns:a16="http://schemas.microsoft.com/office/drawing/2014/main" id="{ABA00947-2DB7-B762-1465-059202BCD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32" y="3823826"/>
            <a:ext cx="8615572" cy="304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12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485E1-6428-7ED4-B6CD-05D483FF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8EC81-0C41-DBA5-F275-8487DC47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3700" dirty="0">
                <a:ea typeface="+mj-lt"/>
                <a:cs typeface="+mj-lt"/>
              </a:rPr>
              <a:t>Personal Position on Automation and Employment</a:t>
            </a:r>
            <a:endParaRPr lang="en-US" sz="3700" dirty="0"/>
          </a:p>
          <a:p>
            <a:endParaRPr lang="en-US" sz="37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96A28EBB-89B8-AD7F-28E8-1863D066C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31714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5356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31936-6DB1-01CD-F472-387BAA44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Social Impact of Automation </a:t>
            </a:r>
            <a:endParaRPr lang="en-US" altLang="ja-JP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diagram&#10;&#10;AI-generated content may be incorrect.">
            <a:extLst>
              <a:ext uri="{FF2B5EF4-FFF2-40B4-BE49-F238E27FC236}">
                <a16:creationId xmlns:a16="http://schemas.microsoft.com/office/drawing/2014/main" id="{226AE201-5B54-C9C0-1440-044B47DE3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411" y="1530455"/>
            <a:ext cx="9769772" cy="468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4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19B78-C71B-D1E6-B506-1482AAC8D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8537F-8EB5-EA7A-E078-33CB88FCB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4000">
                <a:ea typeface="+mj-lt"/>
                <a:cs typeface="+mj-lt"/>
              </a:rPr>
              <a:t>Conclusion </a:t>
            </a:r>
            <a:endParaRPr lang="en-US" sz="400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2E72088B-CF3A-4EAE-D5BF-9DF92A5D61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59" r="44249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729BEE8D-D5D2-316A-B129-9BDDB6B74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12789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627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The Impact of Automation on Employment: Navigating the Future Workforce </vt:lpstr>
      <vt:lpstr>Automation and Employment</vt:lpstr>
      <vt:lpstr>Arguments for Increased Job Opportunities </vt:lpstr>
      <vt:lpstr>Arguments for decreased Job Opportunities </vt:lpstr>
      <vt:lpstr>Personal Position on Automation and Employment </vt:lpstr>
      <vt:lpstr>Social Impact of Automation 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354</cp:revision>
  <dcterms:created xsi:type="dcterms:W3CDTF">2025-04-21T16:09:02Z</dcterms:created>
  <dcterms:modified xsi:type="dcterms:W3CDTF">2025-04-22T05:47:28Z</dcterms:modified>
</cp:coreProperties>
</file>