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63" r:id="rId6"/>
    <p:sldId id="258" r:id="rId7"/>
    <p:sldId id="260" r:id="rId8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66346B-7CA0-4954-A67E-27E4860DC87E}" v="200" dt="2023-03-17T12:47:57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39" autoAdjust="0"/>
  </p:normalViewPr>
  <p:slideViewPr>
    <p:cSldViewPr snapToGrid="0">
      <p:cViewPr>
        <p:scale>
          <a:sx n="75" d="100"/>
          <a:sy n="75" d="100"/>
        </p:scale>
        <p:origin x="28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Chan" userId="cff156c8ca1302f3" providerId="LiveId" clId="{C366346B-7CA0-4954-A67E-27E4860DC87E}"/>
    <pc:docChg chg="undo custSel addSld delSld modSld sldOrd">
      <pc:chgData name="John Chan" userId="cff156c8ca1302f3" providerId="LiveId" clId="{C366346B-7CA0-4954-A67E-27E4860DC87E}" dt="2023-03-17T12:47:57.578" v="982"/>
      <pc:docMkLst>
        <pc:docMk/>
      </pc:docMkLst>
      <pc:sldChg chg="addSp delSp modSp mod delAnim modAnim">
        <pc:chgData name="John Chan" userId="cff156c8ca1302f3" providerId="LiveId" clId="{C366346B-7CA0-4954-A67E-27E4860DC87E}" dt="2023-03-17T12:47:57.578" v="982"/>
        <pc:sldMkLst>
          <pc:docMk/>
          <pc:sldMk cId="667236896" sldId="256"/>
        </pc:sldMkLst>
        <pc:spChg chg="add mod">
          <ac:chgData name="John Chan" userId="cff156c8ca1302f3" providerId="LiveId" clId="{C366346B-7CA0-4954-A67E-27E4860DC87E}" dt="2023-03-17T11:57:51.265" v="362" actId="1076"/>
          <ac:spMkLst>
            <pc:docMk/>
            <pc:sldMk cId="667236896" sldId="256"/>
            <ac:spMk id="7" creationId="{ACDAB565-8B10-74F4-E3BE-A6542913E32E}"/>
          </ac:spMkLst>
        </pc:spChg>
        <pc:spChg chg="add del mod">
          <ac:chgData name="John Chan" userId="cff156c8ca1302f3" providerId="LiveId" clId="{C366346B-7CA0-4954-A67E-27E4860DC87E}" dt="2023-03-17T11:56:25.128" v="358" actId="478"/>
          <ac:spMkLst>
            <pc:docMk/>
            <pc:sldMk cId="667236896" sldId="256"/>
            <ac:spMk id="8" creationId="{D4DA359C-8295-3305-571B-EF855F9BA6ED}"/>
          </ac:spMkLst>
        </pc:spChg>
        <pc:spChg chg="add mod">
          <ac:chgData name="John Chan" userId="cff156c8ca1302f3" providerId="LiveId" clId="{C366346B-7CA0-4954-A67E-27E4860DC87E}" dt="2023-03-17T11:58:56.173" v="387" actId="1076"/>
          <ac:spMkLst>
            <pc:docMk/>
            <pc:sldMk cId="667236896" sldId="256"/>
            <ac:spMk id="9" creationId="{C1F81F17-0E10-F15C-E034-C942EA3ED7F8}"/>
          </ac:spMkLst>
        </pc:spChg>
      </pc:sldChg>
      <pc:sldChg chg="addSp delSp modSp mod ord setBg modAnim">
        <pc:chgData name="John Chan" userId="cff156c8ca1302f3" providerId="LiveId" clId="{C366346B-7CA0-4954-A67E-27E4860DC87E}" dt="2023-03-17T12:33:45.153" v="801"/>
        <pc:sldMkLst>
          <pc:docMk/>
          <pc:sldMk cId="2265108650" sldId="257"/>
        </pc:sldMkLst>
        <pc:spChg chg="add del mod">
          <ac:chgData name="John Chan" userId="cff156c8ca1302f3" providerId="LiveId" clId="{C366346B-7CA0-4954-A67E-27E4860DC87E}" dt="2023-03-17T12:28:15.166" v="656" actId="478"/>
          <ac:spMkLst>
            <pc:docMk/>
            <pc:sldMk cId="2265108650" sldId="257"/>
            <ac:spMk id="9" creationId="{84C55898-6E06-B9BE-804A-D94DA60038CD}"/>
          </ac:spMkLst>
        </pc:spChg>
        <pc:spChg chg="add del">
          <ac:chgData name="John Chan" userId="cff156c8ca1302f3" providerId="LiveId" clId="{C366346B-7CA0-4954-A67E-27E4860DC87E}" dt="2023-03-17T12:28:28.333" v="662" actId="26606"/>
          <ac:spMkLst>
            <pc:docMk/>
            <pc:sldMk cId="2265108650" sldId="257"/>
            <ac:spMk id="10" creationId="{42A4FC2C-047E-45A5-965D-8E1E3BF09BC6}"/>
          </ac:spMkLst>
        </pc:spChg>
        <pc:spChg chg="add del mod">
          <ac:chgData name="John Chan" userId="cff156c8ca1302f3" providerId="LiveId" clId="{C366346B-7CA0-4954-A67E-27E4860DC87E}" dt="2023-03-17T12:29:39.555" v="670" actId="478"/>
          <ac:spMkLst>
            <pc:docMk/>
            <pc:sldMk cId="2265108650" sldId="257"/>
            <ac:spMk id="13" creationId="{1A7840C4-11FE-710D-2C6F-54BE7B1D4103}"/>
          </ac:spMkLst>
        </pc:spChg>
        <pc:spChg chg="add mod">
          <ac:chgData name="John Chan" userId="cff156c8ca1302f3" providerId="LiveId" clId="{C366346B-7CA0-4954-A67E-27E4860DC87E}" dt="2023-03-17T12:31:25.212" v="789" actId="20577"/>
          <ac:spMkLst>
            <pc:docMk/>
            <pc:sldMk cId="2265108650" sldId="257"/>
            <ac:spMk id="14" creationId="{0C136C02-1660-3EC7-2628-63CFA254529D}"/>
          </ac:spMkLst>
        </pc:spChg>
        <pc:spChg chg="add del">
          <ac:chgData name="John Chan" userId="cff156c8ca1302f3" providerId="LiveId" clId="{C366346B-7CA0-4954-A67E-27E4860DC87E}" dt="2023-03-17T12:28:28.333" v="661" actId="26606"/>
          <ac:spMkLst>
            <pc:docMk/>
            <pc:sldMk cId="2265108650" sldId="257"/>
            <ac:spMk id="17" creationId="{22F15A2D-2324-487D-A02A-BF46C5C580EB}"/>
          </ac:spMkLst>
        </pc:spChg>
        <pc:spChg chg="add del">
          <ac:chgData name="John Chan" userId="cff156c8ca1302f3" providerId="LiveId" clId="{C366346B-7CA0-4954-A67E-27E4860DC87E}" dt="2023-03-17T12:28:28.333" v="661" actId="26606"/>
          <ac:spMkLst>
            <pc:docMk/>
            <pc:sldMk cId="2265108650" sldId="257"/>
            <ac:spMk id="19" creationId="{2AEAFA59-923A-4F54-8B49-44C970BCC323}"/>
          </ac:spMkLst>
        </pc:spChg>
        <pc:spChg chg="add del">
          <ac:chgData name="John Chan" userId="cff156c8ca1302f3" providerId="LiveId" clId="{C366346B-7CA0-4954-A67E-27E4860DC87E}" dt="2023-03-17T12:28:28.333" v="661" actId="26606"/>
          <ac:spMkLst>
            <pc:docMk/>
            <pc:sldMk cId="2265108650" sldId="257"/>
            <ac:spMk id="21" creationId="{C37E9D4B-7BFA-4D10-B666-547BAC499469}"/>
          </ac:spMkLst>
        </pc:spChg>
        <pc:spChg chg="add">
          <ac:chgData name="John Chan" userId="cff156c8ca1302f3" providerId="LiveId" clId="{C366346B-7CA0-4954-A67E-27E4860DC87E}" dt="2023-03-17T12:28:28.333" v="662" actId="26606"/>
          <ac:spMkLst>
            <pc:docMk/>
            <pc:sldMk cId="2265108650" sldId="257"/>
            <ac:spMk id="23" creationId="{42A4FC2C-047E-45A5-965D-8E1E3BF09BC6}"/>
          </ac:spMkLst>
        </pc:spChg>
        <pc:picChg chg="del mod">
          <ac:chgData name="John Chan" userId="cff156c8ca1302f3" providerId="LiveId" clId="{C366346B-7CA0-4954-A67E-27E4860DC87E}" dt="2023-03-17T12:28:12.812" v="655" actId="478"/>
          <ac:picMkLst>
            <pc:docMk/>
            <pc:sldMk cId="2265108650" sldId="257"/>
            <ac:picMk id="5" creationId="{78458A15-CF61-4409-EC18-1D0FC8FB0AC9}"/>
          </ac:picMkLst>
        </pc:picChg>
        <pc:picChg chg="add del mod">
          <ac:chgData name="John Chan" userId="cff156c8ca1302f3" providerId="LiveId" clId="{C366346B-7CA0-4954-A67E-27E4860DC87E}" dt="2023-03-17T11:40:36.405" v="1" actId="478"/>
          <ac:picMkLst>
            <pc:docMk/>
            <pc:sldMk cId="2265108650" sldId="257"/>
            <ac:picMk id="7" creationId="{61D94980-4DB7-CC25-7088-0BC101136311}"/>
          </ac:picMkLst>
        </pc:picChg>
        <pc:picChg chg="add mod">
          <ac:chgData name="John Chan" userId="cff156c8ca1302f3" providerId="LiveId" clId="{C366346B-7CA0-4954-A67E-27E4860DC87E}" dt="2023-03-17T12:28:28.333" v="662" actId="26606"/>
          <ac:picMkLst>
            <pc:docMk/>
            <pc:sldMk cId="2265108650" sldId="257"/>
            <ac:picMk id="12" creationId="{EEFB24AB-0A08-2749-475D-75CD0A6A56F9}"/>
          </ac:picMkLst>
        </pc:picChg>
      </pc:sldChg>
      <pc:sldChg chg="addSp delSp modSp mod setBg modAnim">
        <pc:chgData name="John Chan" userId="cff156c8ca1302f3" providerId="LiveId" clId="{C366346B-7CA0-4954-A67E-27E4860DC87E}" dt="2023-03-17T12:25:32.922" v="654"/>
        <pc:sldMkLst>
          <pc:docMk/>
          <pc:sldMk cId="1802104189" sldId="258"/>
        </pc:sldMkLst>
        <pc:spChg chg="del">
          <ac:chgData name="John Chan" userId="cff156c8ca1302f3" providerId="LiveId" clId="{C366346B-7CA0-4954-A67E-27E4860DC87E}" dt="2023-03-17T12:00:05.077" v="388" actId="478"/>
          <ac:spMkLst>
            <pc:docMk/>
            <pc:sldMk cId="1802104189" sldId="258"/>
            <ac:spMk id="2" creationId="{830FCF71-9972-6712-BD32-2D76D7ED22BD}"/>
          </ac:spMkLst>
        </pc:spChg>
        <pc:spChg chg="add del mod">
          <ac:chgData name="John Chan" userId="cff156c8ca1302f3" providerId="LiveId" clId="{C366346B-7CA0-4954-A67E-27E4860DC87E}" dt="2023-03-17T11:41:28.500" v="6" actId="931"/>
          <ac:spMkLst>
            <pc:docMk/>
            <pc:sldMk cId="1802104189" sldId="258"/>
            <ac:spMk id="7" creationId="{747FF69D-7FE0-E324-093A-45AD83B08E3D}"/>
          </ac:spMkLst>
        </pc:spChg>
        <pc:spChg chg="add del mod">
          <ac:chgData name="John Chan" userId="cff156c8ca1302f3" providerId="LiveId" clId="{C366346B-7CA0-4954-A67E-27E4860DC87E}" dt="2023-03-17T12:01:07.687" v="402"/>
          <ac:spMkLst>
            <pc:docMk/>
            <pc:sldMk cId="1802104189" sldId="258"/>
            <ac:spMk id="10" creationId="{41C11621-16FB-8A6F-56ED-BE294837828E}"/>
          </ac:spMkLst>
        </pc:spChg>
        <pc:spChg chg="add del mod">
          <ac:chgData name="John Chan" userId="cff156c8ca1302f3" providerId="LiveId" clId="{C366346B-7CA0-4954-A67E-27E4860DC87E}" dt="2023-03-17T12:01:09.827" v="403" actId="478"/>
          <ac:spMkLst>
            <pc:docMk/>
            <pc:sldMk cId="1802104189" sldId="258"/>
            <ac:spMk id="12" creationId="{372AA5DE-B247-BF74-68DF-E1D7E850C005}"/>
          </ac:spMkLst>
        </pc:spChg>
        <pc:spChg chg="add mod">
          <ac:chgData name="John Chan" userId="cff156c8ca1302f3" providerId="LiveId" clId="{C366346B-7CA0-4954-A67E-27E4860DC87E}" dt="2023-03-17T12:02:53.496" v="474" actId="1076"/>
          <ac:spMkLst>
            <pc:docMk/>
            <pc:sldMk cId="1802104189" sldId="258"/>
            <ac:spMk id="15" creationId="{7C23813B-180C-5EF9-F324-C152EC5DE9B4}"/>
          </ac:spMkLst>
        </pc:spChg>
        <pc:spChg chg="add del">
          <ac:chgData name="John Chan" userId="cff156c8ca1302f3" providerId="LiveId" clId="{C366346B-7CA0-4954-A67E-27E4860DC87E}" dt="2023-03-17T12:01:29.195" v="410" actId="26606"/>
          <ac:spMkLst>
            <pc:docMk/>
            <pc:sldMk cId="1802104189" sldId="258"/>
            <ac:spMk id="16" creationId="{32BC26D8-82FB-445E-AA49-62A77D7C1EE0}"/>
          </ac:spMkLst>
        </pc:spChg>
        <pc:spChg chg="add del">
          <ac:chgData name="John Chan" userId="cff156c8ca1302f3" providerId="LiveId" clId="{C366346B-7CA0-4954-A67E-27E4860DC87E}" dt="2023-03-17T12:03:17.511" v="476" actId="11529"/>
          <ac:spMkLst>
            <pc:docMk/>
            <pc:sldMk cId="1802104189" sldId="258"/>
            <ac:spMk id="17" creationId="{EAA2BBD4-750E-1080-6FDD-5BD6AE8B3101}"/>
          </ac:spMkLst>
        </pc:spChg>
        <pc:spChg chg="add del mod">
          <ac:chgData name="John Chan" userId="cff156c8ca1302f3" providerId="LiveId" clId="{C366346B-7CA0-4954-A67E-27E4860DC87E}" dt="2023-03-17T12:03:50.394" v="481" actId="478"/>
          <ac:spMkLst>
            <pc:docMk/>
            <pc:sldMk cId="1802104189" sldId="258"/>
            <ac:spMk id="18" creationId="{57A705F2-138C-C8F6-31CB-0036CCA824E8}"/>
          </ac:spMkLst>
        </pc:spChg>
        <pc:spChg chg="add del">
          <ac:chgData name="John Chan" userId="cff156c8ca1302f3" providerId="LiveId" clId="{C366346B-7CA0-4954-A67E-27E4860DC87E}" dt="2023-03-17T12:01:22.334" v="406" actId="26606"/>
          <ac:spMkLst>
            <pc:docMk/>
            <pc:sldMk cId="1802104189" sldId="258"/>
            <ac:spMk id="19" creationId="{42A4FC2C-047E-45A5-965D-8E1E3BF09BC6}"/>
          </ac:spMkLst>
        </pc:spChg>
        <pc:spChg chg="add del">
          <ac:chgData name="John Chan" userId="cff156c8ca1302f3" providerId="LiveId" clId="{C366346B-7CA0-4954-A67E-27E4860DC87E}" dt="2023-03-17T12:01:29.195" v="410" actId="26606"/>
          <ac:spMkLst>
            <pc:docMk/>
            <pc:sldMk cId="1802104189" sldId="258"/>
            <ac:spMk id="21" creationId="{CB44330D-EA18-4254-AA95-EB49948539B8}"/>
          </ac:spMkLst>
        </pc:spChg>
        <pc:spChg chg="add del">
          <ac:chgData name="John Chan" userId="cff156c8ca1302f3" providerId="LiveId" clId="{C366346B-7CA0-4954-A67E-27E4860DC87E}" dt="2023-03-17T12:01:32.090" v="412" actId="26606"/>
          <ac:spMkLst>
            <pc:docMk/>
            <pc:sldMk cId="1802104189" sldId="258"/>
            <ac:spMk id="23" creationId="{7BDAC5B6-20CE-447F-8BA1-F2274AC7AE5B}"/>
          </ac:spMkLst>
        </pc:spChg>
        <pc:spChg chg="add del">
          <ac:chgData name="John Chan" userId="cff156c8ca1302f3" providerId="LiveId" clId="{C366346B-7CA0-4954-A67E-27E4860DC87E}" dt="2023-03-17T12:01:32.090" v="412" actId="26606"/>
          <ac:spMkLst>
            <pc:docMk/>
            <pc:sldMk cId="1802104189" sldId="258"/>
            <ac:spMk id="24" creationId="{D1D22B31-BF8F-446B-9009-8A251FB177CB}"/>
          </ac:spMkLst>
        </pc:spChg>
        <pc:spChg chg="add">
          <ac:chgData name="John Chan" userId="cff156c8ca1302f3" providerId="LiveId" clId="{C366346B-7CA0-4954-A67E-27E4860DC87E}" dt="2023-03-17T12:01:32.098" v="413" actId="26606"/>
          <ac:spMkLst>
            <pc:docMk/>
            <pc:sldMk cId="1802104189" sldId="258"/>
            <ac:spMk id="26" creationId="{32BC26D8-82FB-445E-AA49-62A77D7C1EE0}"/>
          </ac:spMkLst>
        </pc:spChg>
        <pc:spChg chg="add">
          <ac:chgData name="John Chan" userId="cff156c8ca1302f3" providerId="LiveId" clId="{C366346B-7CA0-4954-A67E-27E4860DC87E}" dt="2023-03-17T12:01:32.098" v="413" actId="26606"/>
          <ac:spMkLst>
            <pc:docMk/>
            <pc:sldMk cId="1802104189" sldId="258"/>
            <ac:spMk id="27" creationId="{CB44330D-EA18-4254-AA95-EB49948539B8}"/>
          </ac:spMkLst>
        </pc:spChg>
        <pc:picChg chg="del">
          <ac:chgData name="John Chan" userId="cff156c8ca1302f3" providerId="LiveId" clId="{C366346B-7CA0-4954-A67E-27E4860DC87E}" dt="2023-03-17T11:40:47.506" v="4" actId="478"/>
          <ac:picMkLst>
            <pc:docMk/>
            <pc:sldMk cId="1802104189" sldId="258"/>
            <ac:picMk id="5" creationId="{A1C5BD10-923B-C786-2758-459C39F8CA32}"/>
          </ac:picMkLst>
        </pc:picChg>
        <pc:picChg chg="add del mod">
          <ac:chgData name="John Chan" userId="cff156c8ca1302f3" providerId="LiveId" clId="{C366346B-7CA0-4954-A67E-27E4860DC87E}" dt="2023-03-17T12:01:07.679" v="400" actId="478"/>
          <ac:picMkLst>
            <pc:docMk/>
            <pc:sldMk cId="1802104189" sldId="258"/>
            <ac:picMk id="9" creationId="{426C25CB-7BB6-9532-A857-FE1EA20B010B}"/>
          </ac:picMkLst>
        </pc:picChg>
        <pc:picChg chg="add mod">
          <ac:chgData name="John Chan" userId="cff156c8ca1302f3" providerId="LiveId" clId="{C366346B-7CA0-4954-A67E-27E4860DC87E}" dt="2023-03-17T12:02:05.428" v="417" actId="1076"/>
          <ac:picMkLst>
            <pc:docMk/>
            <pc:sldMk cId="1802104189" sldId="258"/>
            <ac:picMk id="14" creationId="{693D1B9E-5BF6-D36A-80C2-3D4CC18360B1}"/>
          </ac:picMkLst>
        </pc:picChg>
        <pc:picChg chg="add mod">
          <ac:chgData name="John Chan" userId="cff156c8ca1302f3" providerId="LiveId" clId="{C366346B-7CA0-4954-A67E-27E4860DC87E}" dt="2023-03-17T12:05:29.807" v="484" actId="1076"/>
          <ac:picMkLst>
            <pc:docMk/>
            <pc:sldMk cId="1802104189" sldId="258"/>
            <ac:picMk id="22" creationId="{E973B628-2F0F-6BCF-1E39-2545480241E8}"/>
          </ac:picMkLst>
        </pc:picChg>
      </pc:sldChg>
      <pc:sldChg chg="addSp delSp modSp mod ord setBg modAnim">
        <pc:chgData name="John Chan" userId="cff156c8ca1302f3" providerId="LiveId" clId="{C366346B-7CA0-4954-A67E-27E4860DC87E}" dt="2023-03-17T11:54:32.287" v="315"/>
        <pc:sldMkLst>
          <pc:docMk/>
          <pc:sldMk cId="1963612211" sldId="259"/>
        </pc:sldMkLst>
        <pc:spChg chg="del">
          <ac:chgData name="John Chan" userId="cff156c8ca1302f3" providerId="LiveId" clId="{C366346B-7CA0-4954-A67E-27E4860DC87E}" dt="2023-03-17T11:40:51.673" v="5" actId="26606"/>
          <ac:spMkLst>
            <pc:docMk/>
            <pc:sldMk cId="1963612211" sldId="259"/>
            <ac:spMk id="2" creationId="{191289CD-105B-FB95-6495-BA5F99CE67FE}"/>
          </ac:spMkLst>
        </pc:spChg>
        <pc:spChg chg="add del mod">
          <ac:chgData name="John Chan" userId="cff156c8ca1302f3" providerId="LiveId" clId="{C366346B-7CA0-4954-A67E-27E4860DC87E}" dt="2023-03-17T11:47:48.285" v="43" actId="931"/>
          <ac:spMkLst>
            <pc:docMk/>
            <pc:sldMk cId="1963612211" sldId="259"/>
            <ac:spMk id="8" creationId="{EF921420-A5FD-D6A7-18C8-AA9E9ECD1771}"/>
          </ac:spMkLst>
        </pc:spChg>
        <pc:spChg chg="add del">
          <ac:chgData name="John Chan" userId="cff156c8ca1302f3" providerId="LiveId" clId="{C366346B-7CA0-4954-A67E-27E4860DC87E}" dt="2023-03-17T11:47:50.055" v="44" actId="26606"/>
          <ac:spMkLst>
            <pc:docMk/>
            <pc:sldMk cId="1963612211" sldId="259"/>
            <ac:spMk id="10" creationId="{42A4FC2C-047E-45A5-965D-8E1E3BF09BC6}"/>
          </ac:spMkLst>
        </pc:spChg>
        <pc:spChg chg="add del mod">
          <ac:chgData name="John Chan" userId="cff156c8ca1302f3" providerId="LiveId" clId="{C366346B-7CA0-4954-A67E-27E4860DC87E}" dt="2023-03-17T11:54:32.287" v="315"/>
          <ac:spMkLst>
            <pc:docMk/>
            <pc:sldMk cId="1963612211" sldId="259"/>
            <ac:spMk id="12" creationId="{C9A94F12-B520-D58E-D8CC-75CD9F63D65C}"/>
          </ac:spMkLst>
        </pc:spChg>
        <pc:spChg chg="add del mod">
          <ac:chgData name="John Chan" userId="cff156c8ca1302f3" providerId="LiveId" clId="{C366346B-7CA0-4954-A67E-27E4860DC87E}" dt="2023-03-17T11:48:19.776" v="53" actId="767"/>
          <ac:spMkLst>
            <pc:docMk/>
            <pc:sldMk cId="1963612211" sldId="259"/>
            <ac:spMk id="13" creationId="{105DF689-355F-AF76-7A3E-0601E182B6A3}"/>
          </ac:spMkLst>
        </pc:spChg>
        <pc:spChg chg="add mod">
          <ac:chgData name="John Chan" userId="cff156c8ca1302f3" providerId="LiveId" clId="{C366346B-7CA0-4954-A67E-27E4860DC87E}" dt="2023-03-17T11:53:56.556" v="309" actId="20577"/>
          <ac:spMkLst>
            <pc:docMk/>
            <pc:sldMk cId="1963612211" sldId="259"/>
            <ac:spMk id="14" creationId="{5687A2CA-595B-BEFB-4496-5693ECA6AF93}"/>
          </ac:spMkLst>
        </pc:spChg>
        <pc:spChg chg="add del">
          <ac:chgData name="John Chan" userId="cff156c8ca1302f3" providerId="LiveId" clId="{C366346B-7CA0-4954-A67E-27E4860DC87E}" dt="2023-03-17T11:48:18.755" v="51" actId="26606"/>
          <ac:spMkLst>
            <pc:docMk/>
            <pc:sldMk cId="1963612211" sldId="259"/>
            <ac:spMk id="16" creationId="{42A4FC2C-047E-45A5-965D-8E1E3BF09BC6}"/>
          </ac:spMkLst>
        </pc:spChg>
        <pc:spChg chg="add del">
          <ac:chgData name="John Chan" userId="cff156c8ca1302f3" providerId="LiveId" clId="{C366346B-7CA0-4954-A67E-27E4860DC87E}" dt="2023-03-17T11:48:18.755" v="51" actId="26606"/>
          <ac:spMkLst>
            <pc:docMk/>
            <pc:sldMk cId="1963612211" sldId="259"/>
            <ac:spMk id="21" creationId="{42A4FC2C-047E-45A5-965D-8E1E3BF09BC6}"/>
          </ac:spMkLst>
        </pc:spChg>
        <pc:picChg chg="del mod">
          <ac:chgData name="John Chan" userId="cff156c8ca1302f3" providerId="LiveId" clId="{C366346B-7CA0-4954-A67E-27E4860DC87E}" dt="2023-03-17T11:46:28.440" v="40" actId="478"/>
          <ac:picMkLst>
            <pc:docMk/>
            <pc:sldMk cId="1963612211" sldId="259"/>
            <ac:picMk id="5" creationId="{E12E6669-7DFE-81AB-296F-47E31B017A73}"/>
          </ac:picMkLst>
        </pc:picChg>
        <pc:picChg chg="add del mod">
          <ac:chgData name="John Chan" userId="cff156c8ca1302f3" providerId="LiveId" clId="{C366346B-7CA0-4954-A67E-27E4860DC87E}" dt="2023-03-17T11:46:26.959" v="39" actId="478"/>
          <ac:picMkLst>
            <pc:docMk/>
            <pc:sldMk cId="1963612211" sldId="259"/>
            <ac:picMk id="6" creationId="{8A03129C-69DD-BA1D-F5E7-A4C6A5224A1A}"/>
          </ac:picMkLst>
        </pc:picChg>
        <pc:picChg chg="add mod">
          <ac:chgData name="John Chan" userId="cff156c8ca1302f3" providerId="LiveId" clId="{C366346B-7CA0-4954-A67E-27E4860DC87E}" dt="2023-03-17T11:54:30.817" v="313" actId="1076"/>
          <ac:picMkLst>
            <pc:docMk/>
            <pc:sldMk cId="1963612211" sldId="259"/>
            <ac:picMk id="11" creationId="{4D5FD042-1800-09F3-C909-B1B88FD3F601}"/>
          </ac:picMkLst>
        </pc:picChg>
      </pc:sldChg>
      <pc:sldChg chg="addSp delSp modSp new mod ord setBg">
        <pc:chgData name="John Chan" userId="cff156c8ca1302f3" providerId="LiveId" clId="{C366346B-7CA0-4954-A67E-27E4860DC87E}" dt="2023-03-17T12:08:26.921" v="508" actId="26606"/>
        <pc:sldMkLst>
          <pc:docMk/>
          <pc:sldMk cId="3861732929" sldId="260"/>
        </pc:sldMkLst>
        <pc:spChg chg="add del">
          <ac:chgData name="John Chan" userId="cff156c8ca1302f3" providerId="LiveId" clId="{C366346B-7CA0-4954-A67E-27E4860DC87E}" dt="2023-03-17T12:08:26.921" v="508" actId="26606"/>
          <ac:spMkLst>
            <pc:docMk/>
            <pc:sldMk cId="3861732929" sldId="260"/>
            <ac:spMk id="12" creationId="{42A4FC2C-047E-45A5-965D-8E1E3BF09BC6}"/>
          </ac:spMkLst>
        </pc:spChg>
        <pc:spChg chg="add">
          <ac:chgData name="John Chan" userId="cff156c8ca1302f3" providerId="LiveId" clId="{C366346B-7CA0-4954-A67E-27E4860DC87E}" dt="2023-03-17T12:08:26.921" v="508" actId="26606"/>
          <ac:spMkLst>
            <pc:docMk/>
            <pc:sldMk cId="3861732929" sldId="260"/>
            <ac:spMk id="17" creationId="{42A4FC2C-047E-45A5-965D-8E1E3BF09BC6}"/>
          </ac:spMkLst>
        </pc:spChg>
        <pc:picChg chg="add del mod">
          <ac:chgData name="John Chan" userId="cff156c8ca1302f3" providerId="LiveId" clId="{C366346B-7CA0-4954-A67E-27E4860DC87E}" dt="2023-03-17T12:06:35.038" v="497" actId="478"/>
          <ac:picMkLst>
            <pc:docMk/>
            <pc:sldMk cId="3861732929" sldId="260"/>
            <ac:picMk id="3" creationId="{ACA23820-94F4-233D-F2D0-C7717A00F185}"/>
          </ac:picMkLst>
        </pc:picChg>
        <pc:picChg chg="add del mod">
          <ac:chgData name="John Chan" userId="cff156c8ca1302f3" providerId="LiveId" clId="{C366346B-7CA0-4954-A67E-27E4860DC87E}" dt="2023-03-17T12:06:44.171" v="499" actId="478"/>
          <ac:picMkLst>
            <pc:docMk/>
            <pc:sldMk cId="3861732929" sldId="260"/>
            <ac:picMk id="5" creationId="{905FEC43-514E-34E9-A02E-74712D0553BE}"/>
          </ac:picMkLst>
        </pc:picChg>
        <pc:picChg chg="add del mod">
          <ac:chgData name="John Chan" userId="cff156c8ca1302f3" providerId="LiveId" clId="{C366346B-7CA0-4954-A67E-27E4860DC87E}" dt="2023-03-17T12:07:28.255" v="504" actId="478"/>
          <ac:picMkLst>
            <pc:docMk/>
            <pc:sldMk cId="3861732929" sldId="260"/>
            <ac:picMk id="7" creationId="{335129F3-9F9A-FAD7-238B-488F558FE7E1}"/>
          </ac:picMkLst>
        </pc:picChg>
        <pc:picChg chg="add mod">
          <ac:chgData name="John Chan" userId="cff156c8ca1302f3" providerId="LiveId" clId="{C366346B-7CA0-4954-A67E-27E4860DC87E}" dt="2023-03-17T12:08:26.921" v="508" actId="26606"/>
          <ac:picMkLst>
            <pc:docMk/>
            <pc:sldMk cId="3861732929" sldId="260"/>
            <ac:picMk id="9" creationId="{11DC83B7-24CC-FF37-CA9A-F6F416E2F44E}"/>
          </ac:picMkLst>
        </pc:picChg>
      </pc:sldChg>
      <pc:sldChg chg="addSp modSp new mod ord setBg">
        <pc:chgData name="John Chan" userId="cff156c8ca1302f3" providerId="LiveId" clId="{C366346B-7CA0-4954-A67E-27E4860DC87E}" dt="2023-03-17T12:25:07.717" v="647" actId="1076"/>
        <pc:sldMkLst>
          <pc:docMk/>
          <pc:sldMk cId="3489103130" sldId="261"/>
        </pc:sldMkLst>
        <pc:spChg chg="add mod">
          <ac:chgData name="John Chan" userId="cff156c8ca1302f3" providerId="LiveId" clId="{C366346B-7CA0-4954-A67E-27E4860DC87E}" dt="2023-03-17T12:25:07.717" v="647" actId="1076"/>
          <ac:spMkLst>
            <pc:docMk/>
            <pc:sldMk cId="3489103130" sldId="261"/>
            <ac:spMk id="4" creationId="{1B8B3250-28C9-8FCD-FEF1-158AAD76F592}"/>
          </ac:spMkLst>
        </pc:spChg>
        <pc:spChg chg="add">
          <ac:chgData name="John Chan" userId="cff156c8ca1302f3" providerId="LiveId" clId="{C366346B-7CA0-4954-A67E-27E4860DC87E}" dt="2023-03-17T12:20:42.655" v="515" actId="26606"/>
          <ac:spMkLst>
            <pc:docMk/>
            <pc:sldMk cId="3489103130" sldId="261"/>
            <ac:spMk id="8" creationId="{22F15A2D-2324-487D-A02A-BF46C5C580EB}"/>
          </ac:spMkLst>
        </pc:spChg>
        <pc:spChg chg="add">
          <ac:chgData name="John Chan" userId="cff156c8ca1302f3" providerId="LiveId" clId="{C366346B-7CA0-4954-A67E-27E4860DC87E}" dt="2023-03-17T12:20:42.655" v="515" actId="26606"/>
          <ac:spMkLst>
            <pc:docMk/>
            <pc:sldMk cId="3489103130" sldId="261"/>
            <ac:spMk id="10" creationId="{2AEAFA59-923A-4F54-8B49-44C970BCC323}"/>
          </ac:spMkLst>
        </pc:spChg>
        <pc:spChg chg="add">
          <ac:chgData name="John Chan" userId="cff156c8ca1302f3" providerId="LiveId" clId="{C366346B-7CA0-4954-A67E-27E4860DC87E}" dt="2023-03-17T12:20:42.655" v="515" actId="26606"/>
          <ac:spMkLst>
            <pc:docMk/>
            <pc:sldMk cId="3489103130" sldId="261"/>
            <ac:spMk id="12" creationId="{C37E9D4B-7BFA-4D10-B666-547BAC499469}"/>
          </ac:spMkLst>
        </pc:spChg>
        <pc:picChg chg="add mod">
          <ac:chgData name="John Chan" userId="cff156c8ca1302f3" providerId="LiveId" clId="{C366346B-7CA0-4954-A67E-27E4860DC87E}" dt="2023-03-17T12:24:54.957" v="646" actId="1076"/>
          <ac:picMkLst>
            <pc:docMk/>
            <pc:sldMk cId="3489103130" sldId="261"/>
            <ac:picMk id="3" creationId="{82FFD48D-6670-CF2D-E204-D50BCC007C4C}"/>
          </ac:picMkLst>
        </pc:picChg>
      </pc:sldChg>
      <pc:sldChg chg="addSp delSp modSp new del mod ord">
        <pc:chgData name="John Chan" userId="cff156c8ca1302f3" providerId="LiveId" clId="{C366346B-7CA0-4954-A67E-27E4860DC87E}" dt="2023-03-17T12:44:26.905" v="898" actId="2696"/>
        <pc:sldMkLst>
          <pc:docMk/>
          <pc:sldMk cId="2327788582" sldId="262"/>
        </pc:sldMkLst>
        <pc:picChg chg="add del mod">
          <ac:chgData name="John Chan" userId="cff156c8ca1302f3" providerId="LiveId" clId="{C366346B-7CA0-4954-A67E-27E4860DC87E}" dt="2023-03-17T12:37:15.580" v="806" actId="478"/>
          <ac:picMkLst>
            <pc:docMk/>
            <pc:sldMk cId="2327788582" sldId="262"/>
            <ac:picMk id="3" creationId="{14E2F904-738A-659B-D43D-30A651DB37C6}"/>
          </ac:picMkLst>
        </pc:picChg>
        <pc:picChg chg="add del mod">
          <ac:chgData name="John Chan" userId="cff156c8ca1302f3" providerId="LiveId" clId="{C366346B-7CA0-4954-A67E-27E4860DC87E}" dt="2023-03-17T12:37:43.468" v="810" actId="478"/>
          <ac:picMkLst>
            <pc:docMk/>
            <pc:sldMk cId="2327788582" sldId="262"/>
            <ac:picMk id="5" creationId="{6B3171E2-FD15-F73F-B3C0-C8F39841B621}"/>
          </ac:picMkLst>
        </pc:picChg>
        <pc:picChg chg="add del mod">
          <ac:chgData name="John Chan" userId="cff156c8ca1302f3" providerId="LiveId" clId="{C366346B-7CA0-4954-A67E-27E4860DC87E}" dt="2023-03-17T12:38:04.725" v="816" actId="478"/>
          <ac:picMkLst>
            <pc:docMk/>
            <pc:sldMk cId="2327788582" sldId="262"/>
            <ac:picMk id="7" creationId="{A89C7FD3-B87B-E624-ACEA-F5E36281C6D4}"/>
          </ac:picMkLst>
        </pc:picChg>
        <pc:picChg chg="add del mod">
          <ac:chgData name="John Chan" userId="cff156c8ca1302f3" providerId="LiveId" clId="{C366346B-7CA0-4954-A67E-27E4860DC87E}" dt="2023-03-17T12:38:15.014" v="821" actId="478"/>
          <ac:picMkLst>
            <pc:docMk/>
            <pc:sldMk cId="2327788582" sldId="262"/>
            <ac:picMk id="9" creationId="{71477D20-7997-0881-716E-AD773C0CE736}"/>
          </ac:picMkLst>
        </pc:picChg>
      </pc:sldChg>
      <pc:sldChg chg="addSp delSp modSp new mod ord setBg modAnim">
        <pc:chgData name="John Chan" userId="cff156c8ca1302f3" providerId="LiveId" clId="{C366346B-7CA0-4954-A67E-27E4860DC87E}" dt="2023-03-17T12:47:47.806" v="976"/>
        <pc:sldMkLst>
          <pc:docMk/>
          <pc:sldMk cId="1138413367" sldId="263"/>
        </pc:sldMkLst>
        <pc:spChg chg="add del mod">
          <ac:chgData name="John Chan" userId="cff156c8ca1302f3" providerId="LiveId" clId="{C366346B-7CA0-4954-A67E-27E4860DC87E}" dt="2023-03-17T12:41:15.454" v="835" actId="478"/>
          <ac:spMkLst>
            <pc:docMk/>
            <pc:sldMk cId="1138413367" sldId="263"/>
            <ac:spMk id="4" creationId="{3DA4D2B3-835F-4375-3488-3CB3D969D9E0}"/>
          </ac:spMkLst>
        </pc:spChg>
        <pc:spChg chg="add del">
          <ac:chgData name="John Chan" userId="cff156c8ca1302f3" providerId="LiveId" clId="{C366346B-7CA0-4954-A67E-27E4860DC87E}" dt="2023-03-17T12:42:07.877" v="837" actId="478"/>
          <ac:spMkLst>
            <pc:docMk/>
            <pc:sldMk cId="1138413367" sldId="263"/>
            <ac:spMk id="5" creationId="{A829050F-EE62-2A05-E1BC-58EF695928C3}"/>
          </ac:spMkLst>
        </pc:spChg>
        <pc:spChg chg="add del mod">
          <ac:chgData name="John Chan" userId="cff156c8ca1302f3" providerId="LiveId" clId="{C366346B-7CA0-4954-A67E-27E4860DC87E}" dt="2023-03-17T12:42:40.647" v="841" actId="478"/>
          <ac:spMkLst>
            <pc:docMk/>
            <pc:sldMk cId="1138413367" sldId="263"/>
            <ac:spMk id="6" creationId="{4B0173F3-1FAF-9B33-80D5-8DEA92014B7E}"/>
          </ac:spMkLst>
        </pc:spChg>
        <pc:spChg chg="add mod">
          <ac:chgData name="John Chan" userId="cff156c8ca1302f3" providerId="LiveId" clId="{C366346B-7CA0-4954-A67E-27E4860DC87E}" dt="2023-03-17T12:43:32.272" v="893" actId="255"/>
          <ac:spMkLst>
            <pc:docMk/>
            <pc:sldMk cId="1138413367" sldId="263"/>
            <ac:spMk id="7" creationId="{728E53A3-6234-B76C-4CB7-387C88193ABC}"/>
          </ac:spMkLst>
        </pc:spChg>
        <pc:spChg chg="add mod">
          <ac:chgData name="John Chan" userId="cff156c8ca1302f3" providerId="LiveId" clId="{C366346B-7CA0-4954-A67E-27E4860DC87E}" dt="2023-03-17T12:46:17.137" v="975" actId="20577"/>
          <ac:spMkLst>
            <pc:docMk/>
            <pc:sldMk cId="1138413367" sldId="263"/>
            <ac:spMk id="8" creationId="{EADE374B-0A0B-664D-1124-B08419C127A8}"/>
          </ac:spMkLst>
        </pc:spChg>
        <pc:picChg chg="add del mod">
          <ac:chgData name="John Chan" userId="cff156c8ca1302f3" providerId="LiveId" clId="{C366346B-7CA0-4954-A67E-27E4860DC87E}" dt="2023-03-17T12:38:48.583" v="826" actId="478"/>
          <ac:picMkLst>
            <pc:docMk/>
            <pc:sldMk cId="1138413367" sldId="263"/>
            <ac:picMk id="3" creationId="{CEB2AAC5-F14A-8580-C6FF-DDE386FA73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E63628-BA47-9F3A-0466-1020BF7DD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FE3181-CA19-7A17-E9FD-3EA186B58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8EAF48-B566-B489-5D5D-CA61BBF6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9DAE0E-14F4-FBE7-ACFE-FAE11F62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1346E-79C2-3591-4768-640EE7A4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5151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71674-7D1F-444A-7D8B-A852A100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4DF602-691B-6E1A-39ED-C348E45CD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C25837-8857-BAB7-E4AC-AD29C506F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613FC0-DD8D-51C4-9BC6-8096B308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E06DF8-B2D2-AEE6-5642-6E68DB43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81741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9A5D-E020-32D3-1883-90EB0C2F2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91F967-67F5-AB51-861C-CA494B9E9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22B442-D05D-0EF9-D2AE-E1F29AD55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45378D-F7B6-453A-E631-9F491BC1E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B9969A-901A-E92C-E084-3635D2C0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287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4722E-A5AF-7BE7-6B31-09B91FF2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A828C-8401-DD53-1859-49050AC04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0005F7-789A-4770-26F5-18193EF59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CC2C8C-F9C8-B2D1-AC3E-FF7E60A3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6BB228-F0E7-2DD0-FB99-E19F906BC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6CEE2A-E683-F18A-6630-7B94116B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4176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EDD3AD-8BEA-9CCA-8A71-087A9272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2B8676-81DF-5174-95BC-144A53C97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74E619-A4A9-9CBE-87A8-F3964F33B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D1DC52E-86FE-B742-6230-134675A58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C9A63D7-1055-7A48-BA79-91C674986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1A50C9-2F28-C258-310D-3C714437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52D83EA-0748-9966-3E66-42AC17B3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FB9DFF-0FBD-5D46-CC48-81546DB4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9698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BE07A-5485-A714-333F-E8974664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42D1065-F338-17F9-4C28-1B9F99AA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ADD198D-1CB3-100D-BD6F-94A4149D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D4AF66-C398-1B3B-4DD9-703D06BA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8386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A5C0F3-0404-7C85-7BC8-7F01A927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7226250-1B4A-8BA9-BC21-B8A834D2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7E5434-0659-E9E5-B6F0-8887C9F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5693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0D6B7A-17B6-72B6-9403-A9BA5017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A84FBA-9664-D125-4A41-9B71E1B49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7AAED5C-E9A6-1D37-9C07-33B8AB390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5EBEE7-C58B-8EE1-B228-210416CC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5F2283D-42B9-4010-2991-5B2004E07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FAB6A3-A323-21E8-F712-26488B26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7970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057B6-A7D3-8CE3-F0BA-8D4D47F7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27E6C7-61B3-C69E-1322-C3D08CF1A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D31C72-CBFE-9582-AA2C-2ADB23D1A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76F7FE3-739F-3369-2ECB-ED7A61BB5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24E9A0-15D3-2BC2-05EB-E8C4B214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028C2B-B5C4-C343-AB5C-9F6F4494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6687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BDA1F1-3715-51F4-4A5F-E64445CD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7D003A4-0455-07D0-5A26-C7DBB336C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7D2982-31AC-AFC5-5026-904EF622B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08137D-CD89-1445-B340-D54AC851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BF1567-F165-B2A1-F1E2-A99EEB3F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19676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448D73-A162-0283-4B72-F86BF049D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2EDBCD-7585-4190-F703-A5F69041F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225EA2-6CB9-25E3-3CDD-520CF38B2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457A7A-7B85-F91A-9FA0-F49B1CB0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5C0D83-5E2B-871A-6610-FA4206680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6257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5175259-A8BD-6968-3D7B-AB19A1D27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096336-F329-2E48-128C-9A96BF8B9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EB7BC8-F108-759C-2F3E-F264E9C05E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15E28-EF06-40D0-9E04-C8C7D72F918D}" type="datetimeFigureOut">
              <a:rPr lang="zh-HK" altLang="en-US" smtClean="0"/>
              <a:t>17/3/2023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5D1620-F494-229E-0BB3-A09B8FFE5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A374-5F08-C66B-8C32-94A6A7F5F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31EE-F09B-45BC-88B7-6FC5C222C393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097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圖片 5" descr="一張含有 文字, 人員, 兒童, 群組 的圖片&#10;&#10;自動產生的描述">
            <a:extLst>
              <a:ext uri="{FF2B5EF4-FFF2-40B4-BE49-F238E27FC236}">
                <a16:creationId xmlns:a16="http://schemas.microsoft.com/office/drawing/2014/main" id="{DFB6F19E-41C4-77F9-A31D-00BAD7D30A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語音泡泡: 橢圓形 6">
            <a:extLst>
              <a:ext uri="{FF2B5EF4-FFF2-40B4-BE49-F238E27FC236}">
                <a16:creationId xmlns:a16="http://schemas.microsoft.com/office/drawing/2014/main" id="{ACDAB565-8B10-74F4-E3BE-A6542913E32E}"/>
              </a:ext>
            </a:extLst>
          </p:cNvPr>
          <p:cNvSpPr/>
          <p:nvPr/>
        </p:nvSpPr>
        <p:spPr>
          <a:xfrm>
            <a:off x="4549796" y="234540"/>
            <a:ext cx="2844052" cy="1344706"/>
          </a:xfrm>
          <a:prstGeom prst="wedgeEllipseCallout">
            <a:avLst>
              <a:gd name="adj1" fmla="val -64256"/>
              <a:gd name="adj2" fmla="val -2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solidFill>
                  <a:sysClr val="windowText" lastClr="000000"/>
                </a:solidFill>
              </a:rPr>
              <a:t>How can I inspire my student?</a:t>
            </a:r>
            <a:endParaRPr lang="zh-HK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語音泡泡: 橢圓形 8">
            <a:extLst>
              <a:ext uri="{FF2B5EF4-FFF2-40B4-BE49-F238E27FC236}">
                <a16:creationId xmlns:a16="http://schemas.microsoft.com/office/drawing/2014/main" id="{C1F81F17-0E10-F15C-E034-C942EA3ED7F8}"/>
              </a:ext>
            </a:extLst>
          </p:cNvPr>
          <p:cNvSpPr/>
          <p:nvPr/>
        </p:nvSpPr>
        <p:spPr>
          <a:xfrm>
            <a:off x="4549796" y="234540"/>
            <a:ext cx="2844052" cy="1344706"/>
          </a:xfrm>
          <a:prstGeom prst="wedgeEllipseCallout">
            <a:avLst>
              <a:gd name="adj1" fmla="val -64256"/>
              <a:gd name="adj2" fmla="val -2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solidFill>
                  <a:sysClr val="windowText" lastClr="000000"/>
                </a:solidFill>
              </a:rPr>
              <a:t>Genius Hour !</a:t>
            </a:r>
            <a:endParaRPr lang="zh-HK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23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內容版面配置區 10" descr="一張含有 室內, 地板, 木製的, 木頭 的圖片&#10;&#10;自動產生的描述">
            <a:extLst>
              <a:ext uri="{FF2B5EF4-FFF2-40B4-BE49-F238E27FC236}">
                <a16:creationId xmlns:a16="http://schemas.microsoft.com/office/drawing/2014/main" id="{4D5FD042-1800-09F3-C909-B1B88FD3F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5" b="641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5687A2CA-595B-BEFB-4496-5693ECA6AF93}"/>
              </a:ext>
            </a:extLst>
          </p:cNvPr>
          <p:cNvSpPr txBox="1"/>
          <p:nvPr/>
        </p:nvSpPr>
        <p:spPr>
          <a:xfrm>
            <a:off x="1800578" y="1230489"/>
            <a:ext cx="879404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/>
              <a:t>Genius Hour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3200" dirty="0"/>
              <a:t>Student-centered learning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3200" dirty="0"/>
              <a:t>Topic chosen by student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3200" dirty="0"/>
              <a:t>Based on student’s passions and interests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63612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 descr="一張含有 草, 人員, 手臂 的圖片&#10;&#10;自動產生的描述">
            <a:extLst>
              <a:ext uri="{FF2B5EF4-FFF2-40B4-BE49-F238E27FC236}">
                <a16:creationId xmlns:a16="http://schemas.microsoft.com/office/drawing/2014/main" id="{82FFD48D-6670-CF2D-E204-D50BCC007C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9"/>
          <a:stretch/>
        </p:blipFill>
        <p:spPr>
          <a:xfrm>
            <a:off x="20" y="10"/>
            <a:ext cx="12191980" cy="6861558"/>
          </a:xfrm>
          <a:prstGeom prst="rect">
            <a:avLst/>
          </a:prstGeom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B8B3250-28C9-8FCD-FEF1-158AAD76F592}"/>
              </a:ext>
            </a:extLst>
          </p:cNvPr>
          <p:cNvSpPr txBox="1"/>
          <p:nvPr/>
        </p:nvSpPr>
        <p:spPr>
          <a:xfrm>
            <a:off x="835378" y="1102408"/>
            <a:ext cx="97705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dirty="0"/>
              <a:t>Student pick a topic they are passionate about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3600" dirty="0"/>
              <a:t>They are more motivated and engaged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K" sz="3600" dirty="0"/>
              <a:t>Higher retention rate of material</a:t>
            </a:r>
            <a:endParaRPr lang="zh-HK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8910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圖片 11" descr="一張含有 地板, 人員, 室內, 視窗 的圖片&#10;&#10;自動產生的描述">
            <a:extLst>
              <a:ext uri="{FF2B5EF4-FFF2-40B4-BE49-F238E27FC236}">
                <a16:creationId xmlns:a16="http://schemas.microsoft.com/office/drawing/2014/main" id="{EEFB24AB-0A08-2749-475D-75CD0A6A56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22" b="142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4" name="語音泡泡: 橢圓形 13">
            <a:extLst>
              <a:ext uri="{FF2B5EF4-FFF2-40B4-BE49-F238E27FC236}">
                <a16:creationId xmlns:a16="http://schemas.microsoft.com/office/drawing/2014/main" id="{0C136C02-1660-3EC7-2628-63CFA254529D}"/>
              </a:ext>
            </a:extLst>
          </p:cNvPr>
          <p:cNvSpPr/>
          <p:nvPr/>
        </p:nvSpPr>
        <p:spPr>
          <a:xfrm>
            <a:off x="2032000" y="3883378"/>
            <a:ext cx="3894666" cy="2319867"/>
          </a:xfrm>
          <a:prstGeom prst="wedgeEllipseCallout">
            <a:avLst>
              <a:gd name="adj1" fmla="val 40326"/>
              <a:gd name="adj2" fmla="val -8859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400" dirty="0">
                <a:solidFill>
                  <a:schemeClr val="tx1"/>
                </a:solidFill>
              </a:rPr>
              <a:t>We want to employ someone that is able to think creatively and critically. </a:t>
            </a:r>
            <a:endParaRPr lang="zh-HK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10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語音泡泡: 橢圓形 6">
            <a:extLst>
              <a:ext uri="{FF2B5EF4-FFF2-40B4-BE49-F238E27FC236}">
                <a16:creationId xmlns:a16="http://schemas.microsoft.com/office/drawing/2014/main" id="{728E53A3-6234-B76C-4CB7-387C88193ABC}"/>
              </a:ext>
            </a:extLst>
          </p:cNvPr>
          <p:cNvSpPr/>
          <p:nvPr/>
        </p:nvSpPr>
        <p:spPr>
          <a:xfrm>
            <a:off x="7016044" y="4092222"/>
            <a:ext cx="4233334" cy="2336800"/>
          </a:xfrm>
          <a:prstGeom prst="wedgeEllipseCallout">
            <a:avLst>
              <a:gd name="adj1" fmla="val -55900"/>
              <a:gd name="adj2" fmla="val -710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solidFill>
                  <a:schemeClr val="tx1"/>
                </a:solidFill>
              </a:rPr>
              <a:t>I  can’t finish my passion project !</a:t>
            </a:r>
            <a:endParaRPr lang="zh-HK" altLang="en-US" sz="2800" dirty="0">
              <a:solidFill>
                <a:schemeClr val="tx1"/>
              </a:solidFill>
            </a:endParaRPr>
          </a:p>
        </p:txBody>
      </p:sp>
      <p:sp>
        <p:nvSpPr>
          <p:cNvPr id="8" name="語音泡泡: 橢圓形 7">
            <a:extLst>
              <a:ext uri="{FF2B5EF4-FFF2-40B4-BE49-F238E27FC236}">
                <a16:creationId xmlns:a16="http://schemas.microsoft.com/office/drawing/2014/main" id="{EADE374B-0A0B-664D-1124-B08419C127A8}"/>
              </a:ext>
            </a:extLst>
          </p:cNvPr>
          <p:cNvSpPr/>
          <p:nvPr/>
        </p:nvSpPr>
        <p:spPr>
          <a:xfrm>
            <a:off x="7016044" y="4092222"/>
            <a:ext cx="4233334" cy="2336800"/>
          </a:xfrm>
          <a:prstGeom prst="wedgeEllipseCallout">
            <a:avLst>
              <a:gd name="adj1" fmla="val -55900"/>
              <a:gd name="adj2" fmla="val -7107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solidFill>
                  <a:schemeClr val="tx1"/>
                </a:solidFill>
              </a:rPr>
              <a:t>But I can try to analyze the problem and find a solution.</a:t>
            </a:r>
            <a:endParaRPr lang="zh-HK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1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95F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93D1B9E-5BF6-D36A-80C2-3D4CC1836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037" y="643467"/>
            <a:ext cx="6403524" cy="5571066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23813B-180C-5EF9-F324-C152EC5DE9B4}"/>
              </a:ext>
            </a:extLst>
          </p:cNvPr>
          <p:cNvSpPr txBox="1"/>
          <p:nvPr/>
        </p:nvSpPr>
        <p:spPr>
          <a:xfrm>
            <a:off x="5015089" y="1597377"/>
            <a:ext cx="21618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800" dirty="0"/>
              <a:t>You should do this because…</a:t>
            </a:r>
            <a:endParaRPr lang="zh-HK" altLang="en-US" sz="28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E973B628-2F0F-6BCF-1E39-254548024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853" y="480060"/>
            <a:ext cx="675322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0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圖片 8" descr="一張含有 文字, 人員, 黑板, 年輕的 的圖片&#10;&#10;自動產生的描述">
            <a:extLst>
              <a:ext uri="{FF2B5EF4-FFF2-40B4-BE49-F238E27FC236}">
                <a16:creationId xmlns:a16="http://schemas.microsoft.com/office/drawing/2014/main" id="{11DC83B7-24CC-FF37-CA9A-F6F416E2F4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9" b="780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32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84</Words>
  <Application>Microsoft Office PowerPoint</Application>
  <PresentationFormat>寬螢幕</PresentationFormat>
  <Paragraphs>13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John Chan</dc:creator>
  <cp:lastModifiedBy>John Chan</cp:lastModifiedBy>
  <cp:revision>1</cp:revision>
  <dcterms:created xsi:type="dcterms:W3CDTF">2023-03-17T11:29:31Z</dcterms:created>
  <dcterms:modified xsi:type="dcterms:W3CDTF">2023-03-17T12:48:05Z</dcterms:modified>
</cp:coreProperties>
</file>