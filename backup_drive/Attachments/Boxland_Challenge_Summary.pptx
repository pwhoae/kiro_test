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4"/>
  </p:sldMasterIdLst>
  <p:notesMasterIdLst>
    <p:notesMasterId r:id="rId10"/>
  </p:notesMasterIdLst>
  <p:handoutMasterIdLst>
    <p:handoutMasterId r:id="rId11"/>
  </p:handoutMasterIdLst>
  <p:sldIdLst>
    <p:sldId id="2561" r:id="rId5"/>
    <p:sldId id="2562" r:id="rId6"/>
    <p:sldId id="2563" r:id="rId7"/>
    <p:sldId id="2564" r:id="rId8"/>
    <p:sldId id="25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xland Hong Kong Limited – Unmanned Assets Management Solution" id="{12CA8886-E21F-4B5E-B7E3-CD97D921E0E8}">
          <p14:sldIdLst>
            <p14:sldId id="2561"/>
          </p14:sldIdLst>
        </p14:section>
        <p14:section name="Boxland Hong Kong Limited 簡介與挑戰" id="{55FAA76E-58ED-4F05-91E1-122DFA54063C}">
          <p14:sldIdLst>
            <p14:sldId id="2562"/>
            <p14:sldId id="2563"/>
            <p14:sldId id="2564"/>
            <p14:sldId id="25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9941987A-41B7-49AC-EE6E-03F2D0BD95BA}" name="Daria Naidenov" initials="DN" userId="S::danaidenov@microsoft.com::ab38ab5f-bdf0-4774-ae5a-d2782abb2027" providerId="AD"/>
  <p188:author id="{05079B93-9652-6626-7181-414354FAD15D}" name="Sher Dionisio" initials="SD" userId="Sher Dionisio" providerId="None"/>
  <p188:author id="{8168F4C2-6FA5-8634-E20F-B56538A88D7A}" name="Sherielyn Dionisio (ALLEGIS GROUP HOLDINGS INC)" initials="SI" userId="S::v-shdionisio@microsoft.com::123d4478-1eef-449e-9930-a1816bf260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87B5E-B22E-426D-957C-C1FD7F233A3E}" v="7" dt="2025-11-23T09:04:30.280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 autoAdjust="0"/>
    <p:restoredTop sz="94673"/>
  </p:normalViewPr>
  <p:slideViewPr>
    <p:cSldViewPr snapToGrid="0">
      <p:cViewPr>
        <p:scale>
          <a:sx n="100" d="100"/>
          <a:sy n="100" d="100"/>
        </p:scale>
        <p:origin x="-226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6987B5E-B22E-426D-957C-C1FD7F233A3E}"/>
    <pc:docChg chg="addSld delSld modSld addSection">
      <pc:chgData name="" userId="" providerId="" clId="Web-{16987B5E-B22E-426D-957C-C1FD7F233A3E}" dt="2025-11-23T09:04:30.280" v="7" actId="34807"/>
      <pc:docMkLst>
        <pc:docMk/>
      </pc:docMkLst>
      <pc:sldChg chg="del">
        <pc:chgData name="" userId="" providerId="" clId="Web-{16987B5E-B22E-426D-957C-C1FD7F233A3E}" dt="2025-11-23T09:04:30.218" v="0" actId="34807"/>
        <pc:sldMkLst>
          <pc:docMk/>
          <pc:sldMk cId="2046427649" sldId="256"/>
        </pc:sldMkLst>
      </pc:sldChg>
      <pc:sldChg chg="modSp add mod modClrScheme addAnim chgLayout">
        <pc:chgData name="" userId="" providerId="" clId="Web-{16987B5E-B22E-426D-957C-C1FD7F233A3E}" dt="2025-11-23T09:04:30.265" v="4" actId="34807"/>
        <pc:sldMkLst>
          <pc:docMk/>
          <pc:sldMk cId="2595816492" sldId="2561"/>
        </pc:sldMkLst>
        <pc:spChg chg="mod">
          <ac:chgData name="" userId="" providerId="" clId="Web-{16987B5E-B22E-426D-957C-C1FD7F233A3E}" dt="2025-11-23T09:04:30.265" v="1" actId="34807"/>
          <ac:spMkLst>
            <pc:docMk/>
            <pc:sldMk cId="2595816492" sldId="2561"/>
            <ac:spMk id="2" creationId="{7C14690F-CD2D-C389-C050-9D3C9603D027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595816492" sldId="2561"/>
            <ac:spMk id="3" creationId="{E66F13A1-D5FA-677F-6043-915AA4861BBD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595816492" sldId="2561"/>
            <ac:spMk id="4" creationId="{4B04B5EF-C74E-6022-35A5-AA8628B1214D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595816492" sldId="2561"/>
            <ac:spMk id="5" creationId="{39C3DAD7-4243-4576-28BC-74DFA4FA47F8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595816492" sldId="2561"/>
            <ac:spMk id="6" creationId="{BD84CD68-7426-07E2-B72D-96EFB307550B}"/>
          </ac:spMkLst>
        </pc:spChg>
      </pc:sldChg>
      <pc:sldChg chg="modSp add mod modTransition addAnim chgLayout">
        <pc:chgData name="" userId="" providerId="" clId="Web-{16987B5E-B22E-426D-957C-C1FD7F233A3E}" dt="2025-11-23T09:04:30.280" v="5" actId="34807"/>
        <pc:sldMkLst>
          <pc:docMk/>
          <pc:sldMk cId="686542656" sldId="2562"/>
        </pc:sldMkLst>
        <pc:spChg chg="mod">
          <ac:chgData name="" userId="" providerId="" clId="Web-{16987B5E-B22E-426D-957C-C1FD7F233A3E}" dt="2025-11-23T09:04:30.265" v="1" actId="34807"/>
          <ac:spMkLst>
            <pc:docMk/>
            <pc:sldMk cId="686542656" sldId="2562"/>
            <ac:spMk id="2" creationId="{CEBBE84E-CC1C-5A75-1795-7CEB0F670916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686542656" sldId="2562"/>
            <ac:spMk id="4" creationId="{F28C434D-A3DC-5731-B44B-7F4162267CBF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686542656" sldId="2562"/>
            <ac:spMk id="5" creationId="{DA710856-9C07-B7FE-BAAC-D8418FF9BBB0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686542656" sldId="2562"/>
            <ac:spMk id="6" creationId="{B063F35B-2E04-0578-1E4D-35E6536DD166}"/>
          </ac:spMkLst>
        </pc:spChg>
      </pc:sldChg>
      <pc:sldChg chg="modSp add mod modTransition addAnim chgLayout">
        <pc:chgData name="" userId="" providerId="" clId="Web-{16987B5E-B22E-426D-957C-C1FD7F233A3E}" dt="2025-11-23T09:04:30.280" v="6" actId="34807"/>
        <pc:sldMkLst>
          <pc:docMk/>
          <pc:sldMk cId="2697959460" sldId="2563"/>
        </pc:sldMkLst>
        <pc:spChg chg="mod">
          <ac:chgData name="" userId="" providerId="" clId="Web-{16987B5E-B22E-426D-957C-C1FD7F233A3E}" dt="2025-11-23T09:04:30.265" v="1" actId="34807"/>
          <ac:spMkLst>
            <pc:docMk/>
            <pc:sldMk cId="2697959460" sldId="2563"/>
            <ac:spMk id="2" creationId="{32311F1C-26D2-1299-39CD-A63ABD08727D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697959460" sldId="2563"/>
            <ac:spMk id="3" creationId="{D3DF8FA3-D545-5D24-9E99-766BBCDC7B89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697959460" sldId="2563"/>
            <ac:spMk id="4" creationId="{72DCB5FB-DF1C-63DE-7BFD-7DA3207057E2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697959460" sldId="2563"/>
            <ac:spMk id="5" creationId="{852E9797-6290-B2E9-9469-A7C608F8364C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697959460" sldId="2563"/>
            <ac:spMk id="7" creationId="{3E8A2315-937A-0376-F9A3-3ECAD6B70E69}"/>
          </ac:spMkLst>
        </pc:spChg>
        <pc:picChg chg="mod">
          <ac:chgData name="" userId="" providerId="" clId="Web-{16987B5E-B22E-426D-957C-C1FD7F233A3E}" dt="2025-11-23T09:04:30.265" v="1" actId="34807"/>
          <ac:picMkLst>
            <pc:docMk/>
            <pc:sldMk cId="2697959460" sldId="2563"/>
            <ac:picMk id="8" creationId="{741438E8-4102-4668-8FA0-064C8A5E768F}"/>
          </ac:picMkLst>
        </pc:picChg>
      </pc:sldChg>
      <pc:sldChg chg="modSp add mod modTransition addAnim chgLayout">
        <pc:chgData name="" userId="" providerId="" clId="Web-{16987B5E-B22E-426D-957C-C1FD7F233A3E}" dt="2025-11-23T09:04:30.280" v="7" actId="34807"/>
        <pc:sldMkLst>
          <pc:docMk/>
          <pc:sldMk cId="750222664" sldId="2564"/>
        </pc:sldMkLst>
        <pc:spChg chg="mod ord">
          <ac:chgData name="" userId="" providerId="" clId="Web-{16987B5E-B22E-426D-957C-C1FD7F233A3E}" dt="2025-11-23T09:04:30.265" v="1" actId="34807"/>
          <ac:spMkLst>
            <pc:docMk/>
            <pc:sldMk cId="750222664" sldId="2564"/>
            <ac:spMk id="2" creationId="{546315AD-1DBA-C6A8-E553-520F1B13F82A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750222664" sldId="2564"/>
            <ac:spMk id="3" creationId="{65411FA4-2A2F-1F69-B007-8655A9F229A0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750222664" sldId="2564"/>
            <ac:spMk id="4" creationId="{196284B8-54AA-887C-BBB1-715BF303EE8C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750222664" sldId="2564"/>
            <ac:spMk id="5" creationId="{D3BA7E8D-AE64-290F-7475-C4900986AB70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750222664" sldId="2564"/>
            <ac:spMk id="7" creationId="{826D3176-E554-CDE9-2518-F21E81D30B27}"/>
          </ac:spMkLst>
        </pc:spChg>
        <pc:picChg chg="mod ord">
          <ac:chgData name="" userId="" providerId="" clId="Web-{16987B5E-B22E-426D-957C-C1FD7F233A3E}" dt="2025-11-23T09:04:30.265" v="1" actId="34807"/>
          <ac:picMkLst>
            <pc:docMk/>
            <pc:sldMk cId="750222664" sldId="2564"/>
            <ac:picMk id="8" creationId="{F49CD9C0-B001-4372-9E85-F5B51670C22B}"/>
          </ac:picMkLst>
        </pc:picChg>
      </pc:sldChg>
      <pc:sldChg chg="modSp add mod modTransition modClrScheme chgLayout">
        <pc:chgData name="" userId="" providerId="" clId="Web-{16987B5E-B22E-426D-957C-C1FD7F233A3E}" dt="2025-11-23T09:04:30.265" v="1" actId="34807"/>
        <pc:sldMkLst>
          <pc:docMk/>
          <pc:sldMk cId="2813935190" sldId="2565"/>
        </pc:sldMkLst>
        <pc:spChg chg="mod">
          <ac:chgData name="" userId="" providerId="" clId="Web-{16987B5E-B22E-426D-957C-C1FD7F233A3E}" dt="2025-11-23T09:04:30.265" v="1" actId="34807"/>
          <ac:spMkLst>
            <pc:docMk/>
            <pc:sldMk cId="2813935190" sldId="2565"/>
            <ac:spMk id="2" creationId="{EFE9AD2D-689B-E7B0-CE76-239920CADF4C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813935190" sldId="2565"/>
            <ac:spMk id="3" creationId="{66D35E7F-52FF-5BCC-E4C5-42C4011BAC93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813935190" sldId="2565"/>
            <ac:spMk id="4" creationId="{6945277D-B143-8899-8CC9-5C36967C8690}"/>
          </ac:spMkLst>
        </pc:spChg>
        <pc:spChg chg="mod">
          <ac:chgData name="" userId="" providerId="" clId="Web-{16987B5E-B22E-426D-957C-C1FD7F233A3E}" dt="2025-11-23T09:04:30.265" v="1" actId="34807"/>
          <ac:spMkLst>
            <pc:docMk/>
            <pc:sldMk cId="2813935190" sldId="2565"/>
            <ac:spMk id="5" creationId="{23E63839-EE72-D7BF-32C3-CA290930E3DF}"/>
          </ac:spMkLst>
        </pc:spChg>
        <pc:graphicFrameChg chg="mod">
          <ac:chgData name="" userId="" providerId="" clId="Web-{16987B5E-B22E-426D-957C-C1FD7F233A3E}" dt="2025-11-23T09:04:30.265" v="1" actId="34807"/>
          <ac:graphicFrameMkLst>
            <pc:docMk/>
            <pc:sldMk cId="2813935190" sldId="2565"/>
            <ac:graphicFrameMk id="8" creationId="{90DF733E-A526-4B9E-8CCF-33528B7F9C5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AI-generated content may be incorrect.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5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公司簡介, 挑戰主題與技術重點, 所需技能與專業背景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56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Boxland Hong Kong Limited 是一家專注於智能零售家具（Intelligent Retail Furniture, iR-Furniture）的創新企業，致力於將 RFID 技術與雲端運算結合，為零售業提供高效的資產管理與數據收集解決方案。公司產品涵蓋展覽展示櫃、智能櫥櫃、更衣室、產品展示機以及無人銷售點，旨在提升零售體驗並降低人力成本。Boxland 的核心理念是利用物聯網（IoT）與智慧城市概念，打造自動化、數據驅動的零售環境，並融入 ESG 原則，促進可持續發展。其技術方案不僅能幫助企業即時監控庫存狀態，還能透過 RFID 掃描與雲端分析，提供精準的商業洞察，協助企業優化營運策略。Boxland 已獲得兩項業界認證，包括 Stock Taking and Searching System 及 Smart Shelf System，並符合 GS1 全球標準，顯示其技術在市場上的領先地位。客戶群涵蓋本地 Tier-1 購物中心及旗艦美容品牌，應用場景包括無人制服管理及無人零售店，充分展現其解決方案的靈活性與廣泛適用性。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Boxland 的主要挑戰是開發一個無人化資產管理解決方案，核心在於整合 RFID 技術與 IoT 能力，實現資產與員工制服的自動借還操作。此方案需具備智慧城市應用特性，並能支援 ESG 要求，確保系統在環保與社會責任方面達標。技術重點包括 RFID 掃描、雲端數據處理、即時庫存監控，以及 IoT 裝置的互聯互通。該解決方案不僅要提供高效的資產管理，還需具備數據分析能力，幫助企業進行商業決策。市場差異化方面，Boxland 的 iR-Furniture 系統已獲得兩項業界認證，並符合 GS1 全球標準，確保技術的可靠性與國際認可度。此挑戰的成功實現將進一步鞏固 Boxland 在智能零售領域的領導地位，並推動無人化管理技術的普及。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87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為了完成此挑戰，參與者需具備多方面的技能與專業背景。首先，在軟體開發方面，需熟悉 C#、.NET、ASP.NET、Java、JavaScript 及 Swift 等程式語言，能夠開發應用程式並整合 RFID 與 IoT 技術。其次，需具備使用者支援能力，確保系統在部署後能順利運行，並能提供技術協助。此外，行銷支援與系統培訓也是關鍵，因為此解決方案涉及企業內部流程的改變，需要有效的培訓與推廣策略。具備雲端運算、資料庫管理及 API 整合經驗者將更具優勢，因為系統需與多個平台互通並進行即時數據處理。總體而言，此挑戰適合擁有全端開發能力、物聯網應用經驗，以及對智慧零售與 ESG 概念有深入理解的人才。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370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E57259E-EB49-83B2-A198-68B73458B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6623" y="1411358"/>
            <a:ext cx="37360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132AEC4-FCF7-2D11-D3D9-B11462CDC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6621" y="4403039"/>
            <a:ext cx="3729915" cy="112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574" y="2231727"/>
            <a:ext cx="4564362" cy="42920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639" y="5261154"/>
            <a:ext cx="1494490" cy="42920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045A2-93A3-0245-952F-F70516988491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2D414E7B-9F49-92EB-7F2B-395CE70FEE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7728" y="-6350"/>
            <a:ext cx="6656839" cy="6873766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C85949-E7A7-1597-9B25-6E4771C4834E}"/>
              </a:ext>
            </a:extLst>
          </p:cNvPr>
          <p:cNvCxnSpPr>
            <a:cxnSpLocks/>
          </p:cNvCxnSpPr>
          <p:nvPr userDrawn="1"/>
        </p:nvCxnSpPr>
        <p:spPr>
          <a:xfrm>
            <a:off x="7424272" y="164150"/>
            <a:ext cx="4767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CB499A-44C1-4187-68C2-C06DFDB39E97}"/>
              </a:ext>
            </a:extLst>
          </p:cNvPr>
          <p:cNvCxnSpPr>
            <a:cxnSpLocks/>
          </p:cNvCxnSpPr>
          <p:nvPr userDrawn="1"/>
        </p:nvCxnSpPr>
        <p:spPr>
          <a:xfrm>
            <a:off x="742427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9F2815-A85D-9B68-7DDE-FE83662DD97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70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5A671A-CD1D-3726-5EBC-4251B0B1F630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34991"/>
            <a:ext cx="11323505" cy="7556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4196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D406-9BBB-8243-8F57-F2904DFCFBB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2BC221-6328-07B8-5E00-E12DFAC6BF4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6" y="1572050"/>
            <a:ext cx="11323505" cy="4920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075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3799" y="634990"/>
            <a:ext cx="4244009" cy="422795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3799" y="5189329"/>
            <a:ext cx="3741886" cy="103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585" y="2231733"/>
            <a:ext cx="4564375" cy="42920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638" y="5261161"/>
            <a:ext cx="1494477" cy="42920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B7F706A-D109-3944-B52B-877BA50BC7D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53992B1-FB53-5896-E556-2208A45F982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7728" y="0"/>
            <a:ext cx="648892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b="1" dirty="0">
                <a:effectLst/>
              </a:rPr>
              <a:t> 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A94CD3-3183-0F04-2405-7D52239F28A0}"/>
              </a:ext>
            </a:extLst>
          </p:cNvPr>
          <p:cNvCxnSpPr>
            <a:cxnSpLocks/>
          </p:cNvCxnSpPr>
          <p:nvPr userDrawn="1"/>
        </p:nvCxnSpPr>
        <p:spPr>
          <a:xfrm>
            <a:off x="7254575" y="164150"/>
            <a:ext cx="4937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D7818A-B409-D3C7-1DEC-7919EC439E8E}"/>
              </a:ext>
            </a:extLst>
          </p:cNvPr>
          <p:cNvCxnSpPr>
            <a:cxnSpLocks/>
          </p:cNvCxnSpPr>
          <p:nvPr userDrawn="1"/>
        </p:nvCxnSpPr>
        <p:spPr>
          <a:xfrm>
            <a:off x="725457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8901F-66EF-1A3E-9AE7-B0A426C81DF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06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615D95-4353-B9DA-619F-62F51763C54C}"/>
              </a:ext>
            </a:extLst>
          </p:cNvPr>
          <p:cNvCxnSpPr>
            <a:cxnSpLocks/>
          </p:cNvCxnSpPr>
          <p:nvPr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48AEEAA7-1FB1-66FD-6698-0A692D3A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7" y="5096040"/>
            <a:ext cx="10963656" cy="755659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12A78E0-F03D-DA65-CE03-3BF1B174A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328" y="5971305"/>
            <a:ext cx="10963656" cy="521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8943BE1-14A2-AD48-96B1-88BA0DE8B86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327" y="0"/>
            <a:ext cx="11593671" cy="472393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b="1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488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812441-B03B-71E2-9A2F-F3AF112B2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373807"/>
            <a:ext cx="3892269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1F41BB3-E8DA-23DD-7C7E-6AEEA88BD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811646"/>
            <a:ext cx="3174160" cy="1411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F22791-F1DC-82EE-574A-946C4F39A8F5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450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067733" y="2231455"/>
            <a:ext cx="4564378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537354" y="5265452"/>
            <a:ext cx="1494475" cy="420624"/>
          </a:xfrm>
        </p:spPr>
        <p:txBody>
          <a:bodyPr/>
          <a:lstStyle/>
          <a:p>
            <a:fld id="{D6DB9EC1-C4C2-B548-AAAE-47A4C38F1382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-429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E488C3A-0D21-4B03-AE9F-2575D71F1B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574" y="0"/>
            <a:ext cx="7080426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C9DC64-28F1-DE35-BA93-42BE9EDD8B26}"/>
              </a:ext>
            </a:extLst>
          </p:cNvPr>
          <p:cNvCxnSpPr>
            <a:cxnSpLocks/>
          </p:cNvCxnSpPr>
          <p:nvPr userDrawn="1"/>
        </p:nvCxnSpPr>
        <p:spPr>
          <a:xfrm>
            <a:off x="493405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A3CE87-786A-4910-E740-1852BBC75C5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BFAA997-E292-EBAB-2E9D-3845D76D6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353804"/>
            <a:ext cx="9598152" cy="40993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CE2F65D-E74D-73DE-8713-5AD69E7CE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588006"/>
            <a:ext cx="7769354" cy="6349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D58296-262D-E3A1-3EDA-108D59ADDEB9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8C5E6-9287-6A44-A9ED-68C630E5309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82B15-2BAA-B79D-562D-AB6EE143DF7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3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784593-B08F-6412-D575-67F684C5A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578" y="2018460"/>
            <a:ext cx="9140954" cy="323643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192A629-1C7A-908C-99B6-E95B0C980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579" y="5477529"/>
            <a:ext cx="7312153" cy="1014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7A912A-256D-661B-C181-034D06ED868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2403-57C6-1844-A1CE-EC8B0C9F71DA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C649EA-F1C7-472F-52D7-A93BB7EC19B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1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10FCED8-73AC-58D6-B68F-AAFD305C6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560442"/>
            <a:ext cx="8229600" cy="2379013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983008E-F782-B9DD-6537-0B9EAE927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8"/>
            <a:ext cx="7588155" cy="1029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FC45B0-B1A3-3E44-43D7-C15E5073EEB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67CE4-B6BA-0C48-874C-4DFD10A9B4AF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EA1CDC-959E-33FA-9AF1-75DB91B6A96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1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27FB5B-F1F4-96F1-0152-318F0A4000BC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9355388B-2964-6FA6-1B0D-6858F19DB0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001713"/>
            <a:ext cx="7909560" cy="547751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0ED0FC-24F7-C844-8E98-AE6A55D9AF5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593392-0733-4701-8F74-B58075202E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2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807522-A1BC-0AAD-E7B4-C948DF50EAC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55A84E-CDD9-01F9-8DA0-BCAED7E43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634988"/>
            <a:ext cx="4754563" cy="5568895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83C1-A69F-6246-93C5-635FEE862ABF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731916B7-ECCD-C24F-03F1-DB5BB483E7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25556" y="634989"/>
            <a:ext cx="5501871" cy="55688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685800" indent="-4572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739F038-F9FC-1926-4D71-CC8CA3499051}"/>
              </a:ext>
            </a:extLst>
          </p:cNvPr>
          <p:cNvCxnSpPr>
            <a:cxnSpLocks/>
          </p:cNvCxnSpPr>
          <p:nvPr userDrawn="1"/>
        </p:nvCxnSpPr>
        <p:spPr>
          <a:xfrm>
            <a:off x="5544868" y="164150"/>
            <a:ext cx="6647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97BDF7-C98C-7BAF-72C0-73D855999627}"/>
              </a:ext>
            </a:extLst>
          </p:cNvPr>
          <p:cNvCxnSpPr>
            <a:cxnSpLocks/>
          </p:cNvCxnSpPr>
          <p:nvPr userDrawn="1"/>
        </p:nvCxnSpPr>
        <p:spPr>
          <a:xfrm>
            <a:off x="554486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6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92E087-D311-16FB-DFD8-7DFD79458D04}"/>
              </a:ext>
            </a:extLst>
          </p:cNvPr>
          <p:cNvCxnSpPr>
            <a:cxnSpLocks/>
          </p:cNvCxnSpPr>
          <p:nvPr userDrawn="1"/>
        </p:nvCxnSpPr>
        <p:spPr>
          <a:xfrm>
            <a:off x="4734117" y="164150"/>
            <a:ext cx="74578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B660C5CD-5D68-8F5D-7451-71E5050BB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6300" y="634989"/>
            <a:ext cx="5916508" cy="20101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3" y="5260880"/>
            <a:ext cx="1494474" cy="429768"/>
          </a:xfrm>
        </p:spPr>
        <p:txBody>
          <a:bodyPr/>
          <a:lstStyle/>
          <a:p>
            <a:fld id="{1E1C6775-CD52-A54C-A886-04159AE48FC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329" y="0"/>
            <a:ext cx="3967253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b="1" dirty="0">
                <a:effectLst/>
              </a:rPr>
              <a:t> 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C5A10F-4276-544F-CA8D-14E3EDCA493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5CF91619-8B0D-4421-A55F-551E274487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6301" y="2785844"/>
            <a:ext cx="5916507" cy="3436789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DCD739-74E4-2105-6F53-768C6751732F}"/>
              </a:ext>
            </a:extLst>
          </p:cNvPr>
          <p:cNvCxnSpPr>
            <a:cxnSpLocks/>
          </p:cNvCxnSpPr>
          <p:nvPr userDrawn="1"/>
        </p:nvCxnSpPr>
        <p:spPr>
          <a:xfrm>
            <a:off x="47341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67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4F2-891B-DC7A-86AD-C038AE8A649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9341AF79-3F16-A8E7-007E-1A2980E8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3FAE-1362-BD4C-BD27-D14D765263B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1D8F17-EF76-0E40-74BF-199C6164260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931F20E-084F-FB1E-5BCE-895E1E7C00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735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FA3D046-B01C-DBA5-51DF-DBED5201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39308"/>
            <a:ext cx="3493858" cy="345689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E669-05A6-404B-8715-25833A83954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054AC9-7FE7-AA63-76C1-0BB3E059FCE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597F5E1-A046-AB64-9D7D-F213B99BA2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4847" y="634990"/>
            <a:ext cx="4956175" cy="34612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D9751-738D-5DDB-78D9-0E6ADE16DBF4}"/>
              </a:ext>
            </a:extLst>
          </p:cNvPr>
          <p:cNvCxnSpPr>
            <a:cxnSpLocks/>
          </p:cNvCxnSpPr>
          <p:nvPr userDrawn="1"/>
        </p:nvCxnSpPr>
        <p:spPr>
          <a:xfrm>
            <a:off x="4447588" y="164150"/>
            <a:ext cx="77444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97523F-06BD-1944-4024-B46F8F3B01EF}"/>
              </a:ext>
            </a:extLst>
          </p:cNvPr>
          <p:cNvCxnSpPr>
            <a:cxnSpLocks/>
          </p:cNvCxnSpPr>
          <p:nvPr userDrawn="1"/>
        </p:nvCxnSpPr>
        <p:spPr>
          <a:xfrm>
            <a:off x="4447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022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78FADAF-0BCA-C95A-D2BE-C98740C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6345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FBFE4-ABE6-4446-98A0-81193AB08FE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2B1FAB-0434-52D4-45F7-F1C56FA427F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B645384-979B-3284-353F-AE6BA73B6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634990"/>
            <a:ext cx="6045390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DE67CE-9944-D773-D6CE-6886E0FC7B92}"/>
              </a:ext>
            </a:extLst>
          </p:cNvPr>
          <p:cNvCxnSpPr>
            <a:cxnSpLocks/>
          </p:cNvCxnSpPr>
          <p:nvPr userDrawn="1"/>
        </p:nvCxnSpPr>
        <p:spPr>
          <a:xfrm>
            <a:off x="4845153" y="164150"/>
            <a:ext cx="7346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4113B4-BD8F-E8D0-B91A-25A71EBD29DB}"/>
              </a:ext>
            </a:extLst>
          </p:cNvPr>
          <p:cNvCxnSpPr>
            <a:cxnSpLocks/>
          </p:cNvCxnSpPr>
          <p:nvPr userDrawn="1"/>
        </p:nvCxnSpPr>
        <p:spPr>
          <a:xfrm>
            <a:off x="484515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29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FC402DE-0801-3DC8-B525-21BE7D10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34990"/>
            <a:ext cx="3496147" cy="4940661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A1E6-64A0-A640-8661-BD4B0C6BF0D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F4B9D1-5247-53CB-C1FC-9E3459BF1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AFB8F5C-FBC3-1AD5-7B6E-3D6E72CC8E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634990"/>
            <a:ext cx="6775703" cy="49406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987FE6-F1FA-D76D-889F-27925E215AFE}"/>
              </a:ext>
            </a:extLst>
          </p:cNvPr>
          <p:cNvCxnSpPr>
            <a:cxnSpLocks/>
          </p:cNvCxnSpPr>
          <p:nvPr userDrawn="1"/>
        </p:nvCxnSpPr>
        <p:spPr>
          <a:xfrm>
            <a:off x="4447588" y="164150"/>
            <a:ext cx="77444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D5175A-6AE4-265E-5E7C-0D58C0399013}"/>
              </a:ext>
            </a:extLst>
          </p:cNvPr>
          <p:cNvCxnSpPr>
            <a:cxnSpLocks/>
          </p:cNvCxnSpPr>
          <p:nvPr userDrawn="1"/>
        </p:nvCxnSpPr>
        <p:spPr>
          <a:xfrm>
            <a:off x="444758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38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A14E02C-EAB1-336F-35FC-74C50ABE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34991"/>
            <a:ext cx="3203979" cy="296068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2C4FF-3DB1-694D-98F8-CDB69183155A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7E8DAF-8174-2859-E029-6F85464CAC9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228395-2719-9A44-CE27-6CFD8BD848E8}"/>
              </a:ext>
            </a:extLst>
          </p:cNvPr>
          <p:cNvCxnSpPr>
            <a:cxnSpLocks/>
          </p:cNvCxnSpPr>
          <p:nvPr userDrawn="1"/>
        </p:nvCxnSpPr>
        <p:spPr>
          <a:xfrm>
            <a:off x="4076527" y="164150"/>
            <a:ext cx="8115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83E6F6-12DD-3AC0-8C59-D6E9DEDA1456}"/>
              </a:ext>
            </a:extLst>
          </p:cNvPr>
          <p:cNvCxnSpPr>
            <a:cxnSpLocks/>
          </p:cNvCxnSpPr>
          <p:nvPr userDrawn="1"/>
        </p:nvCxnSpPr>
        <p:spPr>
          <a:xfrm>
            <a:off x="407652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0FAA1F1-BF1B-05BE-95CD-DAD1794AEE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36430" y="634990"/>
            <a:ext cx="7239873" cy="522128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441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CB705E-6980-8EA2-DEFB-527BC9F4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209" y="649229"/>
            <a:ext cx="6426389" cy="131502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5" cy="429768"/>
          </a:xfrm>
        </p:spPr>
        <p:txBody>
          <a:bodyPr/>
          <a:lstStyle/>
          <a:p>
            <a:fld id="{3B20CA3A-3B93-8A4D-A86D-073A7B7FB78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328" y="1"/>
            <a:ext cx="3955689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l="-2278" r="-669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1DEA9FDC-933A-D673-02B2-DFC917E1F1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96566" y="2129468"/>
            <a:ext cx="6418935" cy="4093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3207AA-DF92-4449-9316-61475F014448}"/>
              </a:ext>
            </a:extLst>
          </p:cNvPr>
          <p:cNvCxnSpPr>
            <a:cxnSpLocks/>
          </p:cNvCxnSpPr>
          <p:nvPr userDrawn="1"/>
        </p:nvCxnSpPr>
        <p:spPr>
          <a:xfrm>
            <a:off x="4554017" y="164150"/>
            <a:ext cx="76379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4805F9-D010-6E54-928C-1EBB88CBA9D3}"/>
              </a:ext>
            </a:extLst>
          </p:cNvPr>
          <p:cNvCxnSpPr>
            <a:cxnSpLocks/>
          </p:cNvCxnSpPr>
          <p:nvPr userDrawn="1"/>
        </p:nvCxnSpPr>
        <p:spPr>
          <a:xfrm>
            <a:off x="455852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487952-A86B-7C85-B4C5-3B9E9DED85A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90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54697B-6BB0-3017-1C4B-D8473D35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6339541" cy="11913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83FF3418-23F6-0E41-81BF-3ADC067979C5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7BDF5B-E352-4558-1EFA-37F504BFE32E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71911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071AEEC6-CCC7-7524-30CC-97FFD70292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2BFE52-C7C3-A7E3-F6D9-EDECDF40EF56}"/>
              </a:ext>
            </a:extLst>
          </p:cNvPr>
          <p:cNvCxnSpPr>
            <a:cxnSpLocks/>
          </p:cNvCxnSpPr>
          <p:nvPr userDrawn="1"/>
        </p:nvCxnSpPr>
        <p:spPr>
          <a:xfrm>
            <a:off x="762032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C0473F-E6DB-D181-43D0-0D5C945184B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34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5514FA0-05E8-2961-1038-EAF5251D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024" y="634999"/>
            <a:ext cx="6950232" cy="1124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4" cy="429768"/>
          </a:xfrm>
        </p:spPr>
        <p:txBody>
          <a:bodyPr/>
          <a:lstStyle/>
          <a:p>
            <a:fld id="{F2A5EBC1-EEC5-7C42-832C-A9026EE0BC29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A26726-2193-5028-87FF-55119A73A643}"/>
              </a:ext>
            </a:extLst>
          </p:cNvPr>
          <p:cNvCxnSpPr>
            <a:cxnSpLocks/>
          </p:cNvCxnSpPr>
          <p:nvPr userDrawn="1"/>
        </p:nvCxnSpPr>
        <p:spPr>
          <a:xfrm>
            <a:off x="3854841" y="164150"/>
            <a:ext cx="8337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328" y="0"/>
            <a:ext cx="3256513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l="-74" r="-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AA0E72-1F2C-EAE4-77B7-9FF7C88D21DD}"/>
              </a:ext>
            </a:extLst>
          </p:cNvPr>
          <p:cNvCxnSpPr>
            <a:cxnSpLocks/>
          </p:cNvCxnSpPr>
          <p:nvPr userDrawn="1"/>
        </p:nvCxnSpPr>
        <p:spPr>
          <a:xfrm>
            <a:off x="385484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A80D3F-C3CE-0859-0D1F-594C0503DBAA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7A9AAC07-CAB1-CF16-5C97-C863D7E6BD2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7024" y="1879608"/>
            <a:ext cx="6950232" cy="4343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851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649CF-C20C-7376-D09A-88A289B7A347}"/>
              </a:ext>
            </a:extLst>
          </p:cNvPr>
          <p:cNvCxnSpPr>
            <a:cxnSpLocks/>
          </p:cNvCxnSpPr>
          <p:nvPr userDrawn="1"/>
        </p:nvCxnSpPr>
        <p:spPr>
          <a:xfrm>
            <a:off x="429208" y="164150"/>
            <a:ext cx="8506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2035DE79-838A-407A-D882-E2ECC332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34999"/>
            <a:ext cx="8053370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0CAB06F6-E685-BB44-8251-DAABC7824548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24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030F47-B045-036A-B67B-EF84DE9E2A8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74611DE4-D3F2-8522-9161-AA66017D2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6" y="1710153"/>
            <a:ext cx="8053370" cy="453537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30B91F0A-C479-FEF7-833F-CCE5C4EB46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935487" y="0"/>
            <a:ext cx="3256513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378864-FFEC-CA89-08FD-A1FFF3F03CA9}"/>
              </a:ext>
            </a:extLst>
          </p:cNvPr>
          <p:cNvCxnSpPr>
            <a:cxnSpLocks/>
          </p:cNvCxnSpPr>
          <p:nvPr userDrawn="1"/>
        </p:nvCxnSpPr>
        <p:spPr>
          <a:xfrm>
            <a:off x="893548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70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AF30E7C-B7B6-19F0-A56E-A9173599A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634999"/>
            <a:ext cx="4477512" cy="132893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1666" y="5260191"/>
            <a:ext cx="149309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8FB12C4-D228-0548-ADB4-1A4C8851F4D3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4E0F01-74F8-4E05-0BF9-107555BA139C}"/>
              </a:ext>
            </a:extLst>
          </p:cNvPr>
          <p:cNvCxnSpPr>
            <a:cxnSpLocks/>
          </p:cNvCxnSpPr>
          <p:nvPr userDrawn="1"/>
        </p:nvCxnSpPr>
        <p:spPr>
          <a:xfrm>
            <a:off x="6453101" y="164150"/>
            <a:ext cx="57388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0"/>
            <a:ext cx="584350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5E70CC-C7D7-B9CE-493E-0579781D2D31}"/>
              </a:ext>
            </a:extLst>
          </p:cNvPr>
          <p:cNvCxnSpPr>
            <a:cxnSpLocks/>
          </p:cNvCxnSpPr>
          <p:nvPr userDrawn="1"/>
        </p:nvCxnSpPr>
        <p:spPr>
          <a:xfrm>
            <a:off x="6453101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830231-922B-910E-CA0F-2B635AE5E8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2805764E-60E5-FE62-A39B-C399C892CA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094553" y="2110570"/>
            <a:ext cx="4477512" cy="4282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865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78C3E4-9A2C-A408-E558-ACBB88C7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32326"/>
            <a:ext cx="4494189" cy="128816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1905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6954" y="5260879"/>
            <a:ext cx="1494474" cy="429768"/>
          </a:xfrm>
        </p:spPr>
        <p:txBody>
          <a:bodyPr/>
          <a:lstStyle/>
          <a:p>
            <a:fld id="{2992CB46-8CF1-8348-978D-ADB871DB263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4601" y="6492240"/>
            <a:ext cx="42920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FB30328-57E8-EA3D-F9A4-154570AE3D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068714"/>
            <a:ext cx="4494063" cy="41569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39DAEF4D-3959-2C17-59C0-0C51806BBE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l="-154" r="-15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2D87E-65D6-AA23-C2F1-6ACD679648B1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52138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C1A446-6BAE-22CC-E376-C7034DBFDE71}"/>
              </a:ext>
            </a:extLst>
          </p:cNvPr>
          <p:cNvCxnSpPr>
            <a:cxnSpLocks/>
          </p:cNvCxnSpPr>
          <p:nvPr userDrawn="1"/>
        </p:nvCxnSpPr>
        <p:spPr>
          <a:xfrm>
            <a:off x="5656309" y="372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047466-B04C-40AF-946A-45572220C73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85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496FAE0-B42A-699E-0194-1D9B0738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634999"/>
            <a:ext cx="3363514" cy="166722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79"/>
            <a:ext cx="1494473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35D9022-AF13-914E-AAF5-06802DCD2AF1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2CCC32EC-CCE1-D04B-E748-1BE84D20874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7134" y="0"/>
            <a:ext cx="6987010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8B608AF4-46F5-990E-C133-313D6B22C31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12790" y="2450529"/>
            <a:ext cx="3363513" cy="38546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B378FF-8198-DC37-BA5B-473DEDD75988}"/>
              </a:ext>
            </a:extLst>
          </p:cNvPr>
          <p:cNvCxnSpPr>
            <a:cxnSpLocks/>
          </p:cNvCxnSpPr>
          <p:nvPr userDrawn="1"/>
        </p:nvCxnSpPr>
        <p:spPr>
          <a:xfrm>
            <a:off x="7584144" y="164150"/>
            <a:ext cx="4607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4E56D6-14F7-4AF8-BCF3-2B60F1174250}"/>
              </a:ext>
            </a:extLst>
          </p:cNvPr>
          <p:cNvCxnSpPr>
            <a:cxnSpLocks/>
          </p:cNvCxnSpPr>
          <p:nvPr userDrawn="1"/>
        </p:nvCxnSpPr>
        <p:spPr>
          <a:xfrm>
            <a:off x="758829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D24FBA-09F1-E77D-0C3E-A914CBD5F4F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851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73E7AA6-3E01-E0FE-40A6-864DFD888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34999"/>
            <a:ext cx="3363510" cy="166722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4711" y="2231455"/>
            <a:ext cx="4564377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29760" y="5260879"/>
            <a:ext cx="1494474" cy="429768"/>
          </a:xfrm>
        </p:spPr>
        <p:txBody>
          <a:bodyPr/>
          <a:lstStyle/>
          <a:p>
            <a:fld id="{4D3895DF-CE00-4443-B506-04551A131964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93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07C31AA0-00A0-8749-8CC5-95B23460480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450529"/>
            <a:ext cx="3363513" cy="38148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ABDC61D1-0D87-5A5A-4C73-5CAFD8889E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07856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838F21-75ED-E44B-42EB-FC7FE5E930B5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4162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9AEDF6-9814-FD08-73EB-63D58BF776EA}"/>
              </a:ext>
            </a:extLst>
          </p:cNvPr>
          <p:cNvCxnSpPr>
            <a:cxnSpLocks/>
          </p:cNvCxnSpPr>
          <p:nvPr userDrawn="1"/>
        </p:nvCxnSpPr>
        <p:spPr>
          <a:xfrm>
            <a:off x="460189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8CA044-325A-12D3-37BC-BDCEBBC342C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621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EDD9488-FAAC-3468-EC84-62DCAA385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634999"/>
            <a:ext cx="2699254" cy="2214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1" y="2231454"/>
            <a:ext cx="4564376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E242787B-6DCB-1542-A351-2D27DB5C9EB5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9785BB1B-C644-BA77-7DDD-02B6EA405BF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4685" y="0"/>
            <a:ext cx="764495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8E56834F-CC6F-AB0D-0C2D-D32A96F772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3211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9841FB-35AF-1919-0953-5642770662AC}"/>
              </a:ext>
            </a:extLst>
          </p:cNvPr>
          <p:cNvCxnSpPr>
            <a:cxnSpLocks/>
          </p:cNvCxnSpPr>
          <p:nvPr userDrawn="1"/>
        </p:nvCxnSpPr>
        <p:spPr>
          <a:xfrm>
            <a:off x="8259492" y="164150"/>
            <a:ext cx="39325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8AE5DC-7AFC-CD99-8A67-46A580A7DEFE}"/>
              </a:ext>
            </a:extLst>
          </p:cNvPr>
          <p:cNvCxnSpPr>
            <a:cxnSpLocks/>
          </p:cNvCxnSpPr>
          <p:nvPr userDrawn="1"/>
        </p:nvCxnSpPr>
        <p:spPr>
          <a:xfrm>
            <a:off x="825949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A6662-88AA-A191-B6D5-4B6DF99C8B1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94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60D1278-B5CC-BDBD-8FA3-679C676A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34999"/>
            <a:ext cx="2699254" cy="2214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2638" y="2236683"/>
            <a:ext cx="4553921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/>
          <a:p>
            <a:fld id="{B71CD34A-E620-234C-80E5-E8144177849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4C1D2059-BF06-D57F-DC08-4CF8A0E361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3211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FF55FC92-13DA-DA43-D4EE-90F1CFCD30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4DF952-8FA0-48F5-F7EF-53D541404A33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342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E75C3-3D50-62F4-97A1-08D85ABC21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D9DCC5-4A76-A29C-BDAD-62E571E6267E}"/>
              </a:ext>
            </a:extLst>
          </p:cNvPr>
          <p:cNvCxnSpPr>
            <a:cxnSpLocks/>
          </p:cNvCxnSpPr>
          <p:nvPr userDrawn="1"/>
        </p:nvCxnSpPr>
        <p:spPr>
          <a:xfrm>
            <a:off x="386152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069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C775AC-06F6-654A-B451-BF23AC7E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2727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2" y="2231455"/>
            <a:ext cx="4564377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1" y="5260879"/>
            <a:ext cx="1494474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18AFC1E-5CDA-EE42-95A5-C2F245BB215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3020A22-5D19-D344-F727-D4D20AA1FB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303" y="0"/>
            <a:ext cx="11593695" cy="4635132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FB7ED5EB-305D-576F-1A1C-06E6B2A0F31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56009" y="5012267"/>
            <a:ext cx="6426391" cy="124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A42A28-5C2F-9093-B5D9-C2651F290DF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43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425E99-2E4D-268B-5E93-5F4B4D25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0757"/>
            <a:ext cx="3044954" cy="224512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6BD0-BD46-934B-ADDF-CF3299725EE4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FDEF7EB-1801-E3D3-0EB3-A17D6AD234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645" y="0"/>
            <a:ext cx="11579353" cy="344333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1C221A2-8407-5746-E87B-3CEAD025CD3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3880757"/>
            <a:ext cx="7460029" cy="2443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7E7B67-A585-C4C0-BD50-861ED489B13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76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737DE76-E217-D796-38E2-BE156016B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634999"/>
            <a:ext cx="3021868" cy="17735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6455-E06F-4448-8EA7-FF67E5DC7A22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8AE8B48-2473-88AA-21D0-3F9273AC0BD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122370" y="634999"/>
            <a:ext cx="7460029" cy="2330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9CF2FA52-EFAF-6671-1458-CF597D619D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7745" y="3636524"/>
            <a:ext cx="11594254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F2A9F8-8F3B-3616-48B8-F8DA72A7134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70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56BFCD-3259-DDE7-5625-EE56190B8F62}"/>
              </a:ext>
            </a:extLst>
          </p:cNvPr>
          <p:cNvCxnSpPr>
            <a:cxnSpLocks/>
          </p:cNvCxnSpPr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3FCD0E4-9CD1-93F8-08DF-3BFC834A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8736"/>
            <a:ext cx="10969753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73146" y="2231455"/>
            <a:ext cx="4564377" cy="42976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8191" y="5260876"/>
            <a:ext cx="1494468" cy="429768"/>
          </a:xfrm>
        </p:spPr>
        <p:txBody>
          <a:bodyPr/>
          <a:lstStyle/>
          <a:p>
            <a:fld id="{24773200-F230-534A-AA8E-3237E1017D0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5842" y="649287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378E9B-0BD2-F103-F591-68E71F4480E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94BBE19-E3B2-673A-37AB-2329CE36DA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13653"/>
            <a:ext cx="4485564" cy="46923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9D386B7-EEFC-D00F-7761-B261459996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2874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F82DAF-8C88-BCF8-3DCD-BA0110CC6BB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AA955E6-9DAE-AA3C-BB38-0AC671A4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10969753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85C2-F25E-3944-B64A-31ACAD72BA40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1A0C8E-B9F0-C8A0-7A87-A97B78C1C482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4025B090-9FA9-0FC5-EA6A-9BA0F54A40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25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7DCDC1A0-A2FE-AF32-199F-D7E415F475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861" y="1929756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9807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9A9DDD-8FD5-2897-8DC9-1CEC88541C50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D3FF54FB-A206-6CBA-CEBE-32EE19C3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10969753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96B8-82E0-6B4D-B0A8-9A4BCDF0FD2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BC9BBD-1994-9D19-11C8-FD27039C6338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FF925AEE-0C06-4F24-B6E3-73484A4008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713653"/>
            <a:ext cx="5860862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22BCA1B-3481-37CE-708A-4CA6ACFAF7D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04847"/>
            <a:ext cx="4479145" cy="46923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758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58A9F406-2B0C-9EC1-691A-81EC3B412D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173849"/>
            <a:ext cx="4675632" cy="404914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681CC6-0816-FBB5-F117-CE232D15B0DE}"/>
              </a:ext>
            </a:extLst>
          </p:cNvPr>
          <p:cNvCxnSpPr>
            <a:cxnSpLocks/>
          </p:cNvCxnSpPr>
          <p:nvPr userDrawn="1"/>
        </p:nvCxnSpPr>
        <p:spPr>
          <a:xfrm>
            <a:off x="5454396" y="164150"/>
            <a:ext cx="67376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88D5F-773F-4748-992A-5C3C29E76AD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B8C12-E10A-C714-D6A0-BA32E2C7271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58B50728-3383-EC9A-417E-37D92F1A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4672584" cy="126948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934C409-3B5B-B521-A990-18EF2CF0BC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2" y="634999"/>
            <a:ext cx="5676838" cy="558799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BAC7DD-4013-C579-09D4-3564365AACA7}"/>
              </a:ext>
            </a:extLst>
          </p:cNvPr>
          <p:cNvCxnSpPr>
            <a:cxnSpLocks/>
          </p:cNvCxnSpPr>
          <p:nvPr userDrawn="1"/>
        </p:nvCxnSpPr>
        <p:spPr>
          <a:xfrm>
            <a:off x="5454396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435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681CC6-0816-FBB5-F117-CE232D15B0DE}"/>
              </a:ext>
            </a:extLst>
          </p:cNvPr>
          <p:cNvCxnSpPr>
            <a:cxnSpLocks/>
          </p:cNvCxnSpPr>
          <p:nvPr userDrawn="1"/>
        </p:nvCxnSpPr>
        <p:spPr>
          <a:xfrm>
            <a:off x="4501602" y="164150"/>
            <a:ext cx="76903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A3D1319-A3E8-35B5-18BF-A7DAE36BE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3696859" cy="131634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2C3F-36DC-0440-A19E-AA83413F223D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64B8C12-E10A-C714-D6A0-BA32E2C7271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02FC37C-195C-E78C-A1E2-030CF77CB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6" y="2295145"/>
            <a:ext cx="3696856" cy="3927488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2959E347-BAB4-7F1F-65EB-C586FE97DE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647724"/>
            <a:ext cx="6644488" cy="55625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63D850-B761-4DEA-5C9B-DE6AC0E856D9}"/>
              </a:ext>
            </a:extLst>
          </p:cNvPr>
          <p:cNvCxnSpPr>
            <a:cxnSpLocks/>
          </p:cNvCxnSpPr>
          <p:nvPr userDrawn="1"/>
        </p:nvCxnSpPr>
        <p:spPr>
          <a:xfrm>
            <a:off x="45016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067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634999"/>
            <a:ext cx="6159851" cy="5844227"/>
          </a:xfrm>
        </p:spPr>
        <p:txBody>
          <a:bodyPr anchor="b">
            <a:normAutofit/>
          </a:bodyPr>
          <a:lstStyle>
            <a:lvl1pPr>
              <a:defRPr sz="6000" b="0" i="0">
                <a:latin typeface="+mj-lt"/>
                <a:ea typeface="Dotum" panose="020B0600000101010101" pitchFamily="34" charset="-127"/>
                <a:cs typeface="Noto Sans Kannada Thin" panose="020B020204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5403" y="-1"/>
            <a:ext cx="5131677" cy="622299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l="-686" t="2" b="-4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FA8915-517E-32B2-6836-7A69DEF7C849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6B2467-9468-3DE8-CA1C-7B68F7ED9A67}"/>
              </a:ext>
            </a:extLst>
          </p:cNvPr>
          <p:cNvCxnSpPr>
            <a:cxnSpLocks/>
          </p:cNvCxnSpPr>
          <p:nvPr userDrawn="1"/>
        </p:nvCxnSpPr>
        <p:spPr>
          <a:xfrm>
            <a:off x="0" y="164150"/>
            <a:ext cx="7060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 b="0" i="0">
                <a:latin typeface="+mj-lt"/>
              </a:defRPr>
            </a:lvl1pPr>
            <a:lvl2pPr>
              <a:defRPr sz="1600" b="0" i="0">
                <a:latin typeface="Univers Light" panose="020B0403020202020204" pitchFamily="34" charset="0"/>
              </a:defRPr>
            </a:lvl2pPr>
            <a:lvl3pPr>
              <a:defRPr sz="1600" b="0" i="0">
                <a:latin typeface="Univers Light" panose="020B0403020202020204" pitchFamily="34" charset="0"/>
              </a:defRPr>
            </a:lvl3pPr>
            <a:lvl4pPr>
              <a:defRPr sz="1600" b="0" i="0">
                <a:latin typeface="Univers Light" panose="020B0403020202020204" pitchFamily="34" charset="0"/>
              </a:defRPr>
            </a:lvl4pPr>
            <a:lvl5pPr>
              <a:defRPr sz="1600" b="0" i="0"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2991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3C676-72E3-B810-A6B9-DCE36B8778A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5C83582-5E0E-E3D3-3C94-4ACFD9A1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5109709"/>
            <a:ext cx="10369296" cy="1207008"/>
          </a:xfrm>
        </p:spPr>
        <p:txBody>
          <a:bodyPr>
            <a:normAutofit/>
          </a:bodyPr>
          <a:lstStyle>
            <a:lvl1pPr>
              <a:defRPr sz="24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8D256-8D94-AD48-AC70-FA7FB4656784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88E26B-9247-68F3-E9B8-157E22E9714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ADDD523-89BD-4FD5-9443-E7DD5833882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4030" y="1374953"/>
            <a:ext cx="11128248" cy="3447288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00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423298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240C4-9480-994E-0BD5-BF7BE95F9F7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B4A34DBE-5B8B-D933-E010-32D59231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5380383"/>
            <a:ext cx="6773934" cy="936333"/>
          </a:xfrm>
        </p:spPr>
        <p:txBody>
          <a:bodyPr anchor="b">
            <a:normAutofit/>
          </a:bodyPr>
          <a:lstStyle>
            <a:lvl1pPr>
              <a:defRPr sz="24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99D08-11FA-9A4F-8AE4-C4979B640AA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547AA0-CA68-609A-06D4-5F771838B5D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2C14DB2-31D1-2A77-5862-79EC80A884B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4030" y="1374952"/>
            <a:ext cx="10367347" cy="3833147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00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7957481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8C624E-4F6C-E890-10DF-FE279DA2597D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60774BD-35B4-BDFD-98B2-123D58FC6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5109709"/>
            <a:ext cx="10367340" cy="1207008"/>
          </a:xfrm>
        </p:spPr>
        <p:txBody>
          <a:bodyPr>
            <a:normAutofit/>
          </a:bodyPr>
          <a:lstStyle>
            <a:lvl1pPr>
              <a:defRPr sz="24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E8B27-11F7-194F-8BAB-D7C03BEEA90A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D9BA66-49B9-422C-E28F-BA9E9DB6469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856E9D3E-CEAC-9B88-5B32-F19B4905730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4030" y="1340489"/>
            <a:ext cx="10369296" cy="33924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00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667156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627006-2F17-8195-85F1-6A04C935CD0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86864"/>
            <a:ext cx="10652760" cy="1050725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6C909-3D7F-834E-BB68-316E18E888F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C5F9A-93BE-3155-B9FF-4F2B904E7ED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EB9CB9C1-FB48-2C3D-F797-DF062B37A9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34999"/>
            <a:ext cx="10972800" cy="56692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0" cap="all" baseline="0"/>
            </a:lvl1pPr>
            <a:lvl2pPr marL="228600" indent="0">
              <a:lnSpc>
                <a:spcPct val="90000"/>
              </a:lnSpc>
              <a:buNone/>
              <a:defRPr sz="6000" b="0" cap="all" baseline="0"/>
            </a:lvl2pPr>
            <a:lvl3pPr marL="457200" indent="0">
              <a:lnSpc>
                <a:spcPct val="90000"/>
              </a:lnSpc>
              <a:buNone/>
              <a:defRPr sz="6000" b="0" cap="all" baseline="0"/>
            </a:lvl3pPr>
            <a:lvl4pPr marL="685800" indent="0">
              <a:lnSpc>
                <a:spcPct val="90000"/>
              </a:lnSpc>
              <a:buNone/>
              <a:defRPr sz="6000" b="0" cap="all" baseline="0"/>
            </a:lvl4pPr>
            <a:lvl5pPr marL="914400" indent="0">
              <a:lnSpc>
                <a:spcPct val="90000"/>
              </a:lnSpc>
              <a:buNone/>
              <a:defRPr sz="6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34600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815201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BAF69-D870-EE43-874B-AC932294DF22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C1D2216-37D0-19A5-7EA9-4FE22F1CDD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2005"/>
            <a:ext cx="10972800" cy="55539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000" b="0" cap="all" baseline="0"/>
            </a:lvl1pPr>
            <a:lvl2pPr marL="228600" indent="0">
              <a:lnSpc>
                <a:spcPct val="90000"/>
              </a:lnSpc>
              <a:buNone/>
              <a:defRPr sz="6000" b="0" cap="all" baseline="0"/>
            </a:lvl2pPr>
            <a:lvl3pPr marL="457200" indent="0">
              <a:lnSpc>
                <a:spcPct val="90000"/>
              </a:lnSpc>
              <a:buNone/>
              <a:defRPr sz="6000" b="0" cap="all" baseline="0"/>
            </a:lvl3pPr>
            <a:lvl4pPr marL="685800" indent="0">
              <a:lnSpc>
                <a:spcPct val="90000"/>
              </a:lnSpc>
              <a:buNone/>
              <a:defRPr sz="6000" b="0" cap="all" baseline="0"/>
            </a:lvl4pPr>
            <a:lvl5pPr marL="914400" indent="0">
              <a:lnSpc>
                <a:spcPct val="90000"/>
              </a:lnSpc>
              <a:buNone/>
              <a:defRPr sz="6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676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815201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E9A70-5D05-F64F-A304-DFD75CCDEE2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C1D2216-37D0-19A5-7EA9-4FE22F1CDD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2007"/>
            <a:ext cx="10972800" cy="55539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000" b="0" cap="all" baseline="0">
                <a:solidFill>
                  <a:schemeClr val="accent1">
                    <a:lumMod val="25000"/>
                  </a:schemeClr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all" baseline="0">
                <a:solidFill>
                  <a:schemeClr val="accent1">
                    <a:lumMod val="25000"/>
                  </a:schemeClr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 cap="all" baseline="0">
                <a:solidFill>
                  <a:schemeClr val="accent1">
                    <a:lumMod val="25000"/>
                  </a:schemeClr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0" cap="all" baseline="0">
                <a:solidFill>
                  <a:schemeClr val="accent1">
                    <a:lumMod val="25000"/>
                  </a:schemeClr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0" cap="all" baseline="0">
                <a:solidFill>
                  <a:schemeClr val="accent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32494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815201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51979D-E75F-A743-8C5B-88CDEDEC73D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C1D2216-37D0-19A5-7EA9-4FE22F1CDD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69011"/>
            <a:ext cx="10972800" cy="55539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000" b="1" cap="all" baseline="0">
                <a:solidFill>
                  <a:schemeClr val="bg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 cap="all" baseline="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 cap="all" baseline="0">
                <a:solidFill>
                  <a:schemeClr val="bg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 cap="all" baseline="0">
                <a:solidFill>
                  <a:schemeClr val="bg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10641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518A1F-ACCA-80D1-B725-434280AEC75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3A49BD5-2A20-6D4F-BDE5-9C60FF133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953" y="5578741"/>
            <a:ext cx="10069527" cy="64008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cap="none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B243-4245-AC4F-8428-841FDABED002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DBAF72-4C6A-14D9-5801-64F0FA350F7C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6CA0554C-4FF8-F224-177F-D44E2EA0BFB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953" y="1373807"/>
            <a:ext cx="10069527" cy="406063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919051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D47CB2-2DC0-2D1C-3E20-3B23C0394451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34940376-AFED-3D68-777A-172B7001E8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953" y="5578741"/>
            <a:ext cx="10069527" cy="64008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cap="none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A4D632-3FB7-744B-8469-F41F493E43A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DE24C-5070-BB46-4081-8ED244198E0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E5118C8-ABCC-8F3E-B739-002235EBAB7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953" y="667890"/>
            <a:ext cx="10069527" cy="4060635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79516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08A38-78BC-D3CE-5C55-65C094C8935A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05FFFF2-E35B-B16D-3D98-6A7B571A20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953" y="5578741"/>
            <a:ext cx="10069527" cy="64008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600" cap="none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62FDEF-F6CD-6E40-89C3-8A8BB711875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108F76-E7E3-1812-8331-DCE59FFE0DF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D1EB142-2C95-07B2-16A2-D3B3629005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953" y="634635"/>
            <a:ext cx="10069527" cy="47998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6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1931454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3CF370-3CA5-B9C3-AA2C-1D52A27AD18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0"/>
            <a:ext cx="10923934" cy="11277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F6B0-7BDB-FB4C-9D76-500FE2DDFD1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A0E66B-621F-DCB6-E24E-748318E12F2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CAE2F0-3041-7269-FCA3-14BE4B94EC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4030" y="2129474"/>
            <a:ext cx="5267332" cy="4094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02FAAFA-42C4-CFD2-DBA8-BC220112038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90632" y="2128839"/>
            <a:ext cx="5267332" cy="4094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38156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A96DE7-ACFB-A025-20F2-1C9A4CEF7566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41197"/>
            <a:ext cx="10923934" cy="68897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4869-D3B1-C341-9C4A-88DDA4DA192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72" y="1456523"/>
            <a:ext cx="5266644" cy="68897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F7DC9C-9332-6860-8B76-290D8AE372F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470" y="2271849"/>
            <a:ext cx="5267332" cy="39449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456523"/>
            <a:ext cx="5271464" cy="68897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814A6650-A301-AE53-ACE9-C9F2CCD87C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90072" y="2271849"/>
            <a:ext cx="5267332" cy="39449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C723C3-DA4A-8D71-987B-EB7E7A74D1E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846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41C8-6351-7BB4-B97D-32DF6F45DBC5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0"/>
            <a:ext cx="10923933" cy="1127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80AA4-9AC4-7644-BD1D-3608838FE24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218CD-6934-8D18-A575-7C745D80A6C4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0586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E09A4A-7256-DFB0-F197-FAC31C991665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1334A-D224-D041-9F63-26A9E0C05551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71AA78-5D18-EE68-E9E7-A1075C78BC2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1823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0"/>
            <a:ext cx="4096995" cy="187400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E9456-38E2-B645-89F2-A4EE1900966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4A6C7F-9167-3CFF-8E30-53AE9D6BB73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0" y="2866804"/>
            <a:ext cx="4096987" cy="29894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2330" y="634989"/>
            <a:ext cx="6495633" cy="58575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C0A275-A2A5-8AD0-2E0F-DDE194CF8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108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0470-0208-0F43-B978-960D5782D9F1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95682-83E4-B8FD-0229-98470A1CACC8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2BD7F5-CDD3-75CC-75F0-0D3B429420E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56D9DA0-6EE9-83EA-17DF-CC70C244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34990"/>
            <a:ext cx="3595634" cy="176208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578782C-4033-2DC8-D9E6-78F704FB0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21515"/>
            <a:ext cx="3585586" cy="370111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782C0C8-F3A4-B2F1-131D-63904B51542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34990"/>
            <a:ext cx="6139637" cy="5587643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50980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373816"/>
            <a:ext cx="10906802" cy="1607128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19637D-AC4A-CB4E-96DC-9B86DEC28BAD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4F35B0-78B0-CF96-BDA9-3D1E19B0636E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3480" y="3615051"/>
            <a:ext cx="10906781" cy="26079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FE6CEC-AEBC-8860-A62E-637765B0DE26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631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31587E-E768-0BED-F16B-618390A49DBC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B729E58-15D4-9BFF-C39F-C683CED2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953889"/>
            <a:ext cx="8430767" cy="1842020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8B0FE8A-6796-DE43-BAD7-69D8B3740AE7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29D384-6BDA-A5B3-C1ED-7DADE965436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49BFD2E-FBA7-08CA-139F-3F60185F32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5" y="3971109"/>
            <a:ext cx="8430639" cy="225189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796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0"/>
            <a:ext cx="10923934" cy="755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67304" y="2231454"/>
            <a:ext cx="456437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532352" y="5260879"/>
            <a:ext cx="1494475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43E9438E-6B36-A14E-B7B5-A87CBFCBC1F9}" type="datetime1">
              <a:rPr lang="en-US" smtClean="0"/>
              <a:pPr/>
              <a:t>11/23/2025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" y="6492513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5102932-722B-3E65-A301-BE5A2490C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537958"/>
            <a:ext cx="10923934" cy="4685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62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766" r:id="rId2"/>
    <p:sldLayoutId id="2147483816" r:id="rId3"/>
    <p:sldLayoutId id="2147483765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821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817" r:id="rId34"/>
    <p:sldLayoutId id="2147483782" r:id="rId35"/>
    <p:sldLayoutId id="2147483798" r:id="rId36"/>
    <p:sldLayoutId id="2147483799" r:id="rId37"/>
    <p:sldLayoutId id="2147483800" r:id="rId38"/>
    <p:sldLayoutId id="2147483801" r:id="rId39"/>
    <p:sldLayoutId id="2147483803" r:id="rId40"/>
    <p:sldLayoutId id="2147483819" r:id="rId41"/>
    <p:sldLayoutId id="2147483820" r:id="rId42"/>
    <p:sldLayoutId id="2147483804" r:id="rId43"/>
    <p:sldLayoutId id="2147483805" r:id="rId44"/>
    <p:sldLayoutId id="2147483806" r:id="rId45"/>
    <p:sldLayoutId id="2147483807" r:id="rId46"/>
    <p:sldLayoutId id="2147483808" r:id="rId47"/>
    <p:sldLayoutId id="2147483809" r:id="rId48"/>
    <p:sldLayoutId id="2147483810" r:id="rId49"/>
    <p:sldLayoutId id="2147483811" r:id="rId50"/>
    <p:sldLayoutId id="2147483812" r:id="rId51"/>
    <p:sldLayoutId id="2147483813" r:id="rId52"/>
    <p:sldLayoutId id="2147483814" r:id="rId5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690F-CD2D-C389-C050-9D3C9603D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578" y="2018460"/>
            <a:ext cx="9140954" cy="3236439"/>
          </a:xfrm>
        </p:spPr>
        <p:txBody>
          <a:bodyPr anchor="b">
            <a:normAutofit/>
          </a:bodyPr>
          <a:lstStyle/>
          <a:p>
            <a:r>
              <a:rPr lang="en-US" sz="5600"/>
              <a:t>Boxland Hong Kong Limited – Unmanned Assets Management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F13A1-D5FA-677F-6043-915AA4861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579" y="5477529"/>
            <a:ext cx="7312153" cy="1014984"/>
          </a:xfrm>
        </p:spPr>
        <p:txBody>
          <a:bodyPr>
            <a:normAutofit/>
          </a:bodyPr>
          <a:lstStyle/>
          <a:p>
            <a:r>
              <a:rPr lang="en-US"/>
              <a:t>创新无人资产管理的高效解决方案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4B5EF-C74E-6022-35A5-AA8628B1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DAD7-4243-4576-28BC-74DFA4FA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2" y="5260879"/>
            <a:ext cx="1494475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9B045A2-93A3-0245-952F-F70516988491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CD68-7426-07E2-B72D-96EFB307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1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E84E-CC1C-5A75-1795-7CEB0F670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001713"/>
            <a:ext cx="7909560" cy="5477510"/>
          </a:xfrm>
        </p:spPr>
        <p:txBody>
          <a:bodyPr anchor="b">
            <a:normAutofit/>
          </a:bodyPr>
          <a:lstStyle/>
          <a:p>
            <a:r>
              <a:rPr lang="en-US"/>
              <a:t>Boxland Hong Kong Limited 簡介與挑戰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C434D-A3DC-5731-B44B-7F416226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10856-9C07-B7FE-BAAC-D8418FF9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2" y="5260879"/>
            <a:ext cx="1494475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9B045A2-93A3-0245-952F-F70516988491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3F35B-2E04-0578-1E4D-35E6536DD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426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11F1C-26D2-1299-39CD-A63ABD08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7024" y="634999"/>
            <a:ext cx="6950232" cy="1124525"/>
          </a:xfrm>
        </p:spPr>
        <p:txBody>
          <a:bodyPr anchor="t">
            <a:normAutofit/>
          </a:bodyPr>
          <a:lstStyle/>
          <a:p>
            <a:r>
              <a:rPr lang="en-US"/>
              <a:t>公司簡介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F8FA3-D545-5D24-9E99-766BBCDC7B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4" y="2231454"/>
            <a:ext cx="4564376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CB5FB-DF1C-63DE-7BFD-7DA3207057E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4" y="5260879"/>
            <a:ext cx="1494474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AA6F6B0-7BDB-FB4C-9D76-500FE2DDFD1B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E9797-6290-B2E9-9469-A7C608F836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8" name="Content Placeholder 7" descr="色绿色的空白SIM卡">
            <a:extLst>
              <a:ext uri="{FF2B5EF4-FFF2-40B4-BE49-F238E27FC236}">
                <a16:creationId xmlns:a16="http://schemas.microsoft.com/office/drawing/2014/main" id="{741438E8-4102-4668-8FA0-064C8A5E76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7061" r="37325"/>
          <a:stretch>
            <a:fillRect/>
          </a:stretch>
        </p:blipFill>
        <p:spPr>
          <a:xfrm>
            <a:off x="598328" y="10"/>
            <a:ext cx="3256513" cy="685799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8A2315-937A-0376-F9A3-3ECAD6B70E69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487024" y="1879608"/>
            <a:ext cx="6950232" cy="43433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創新智能零售家具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Boxland專注於智能零售家具，提升零售業資產管理效率。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RFID</a:t>
            </a:r>
            <a:r>
              <a:rPr lang="ja-JP" altLang="en-US" b="1"/>
              <a:t>與雲端技術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結合RFID與雲端運算，實現即時庫存監控與數據分析。</a:t>
            </a:r>
            <a:endParaRPr lang="ja-JP" alt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物聯網與</a:t>
            </a:r>
            <a:r>
              <a:rPr lang="en-US" b="1"/>
              <a:t>ESG</a:t>
            </a:r>
            <a:r>
              <a:rPr lang="ja-JP" altLang="en-US" b="1"/>
              <a:t>理念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利用物聯網打造數據驅動零售環境，並融入可持續發展原則。</a:t>
            </a:r>
            <a:endParaRPr lang="ja-JP" alt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業界認證與市場應用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擁有多項認證，客戶涵蓋高端購物中心及無人零售場景。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594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计算机网络安全网络安全、数据保护防火墙技术">
            <a:extLst>
              <a:ext uri="{FF2B5EF4-FFF2-40B4-BE49-F238E27FC236}">
                <a16:creationId xmlns:a16="http://schemas.microsoft.com/office/drawing/2014/main" id="{F49CD9C0-B001-4372-9E85-F5B51670C22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618" r="14428" b="-1"/>
          <a:stretch>
            <a:fillRect/>
          </a:stretch>
        </p:blipFill>
        <p:spPr>
          <a:xfrm>
            <a:off x="609600" y="2173849"/>
            <a:ext cx="4675632" cy="4049141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11FA4-2A2F-1F69-B007-8655A9F2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284B8-54AA-887C-BBB1-715BF303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2" y="5260879"/>
            <a:ext cx="1494475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AA6F6B0-7BDB-FB4C-9D76-500FE2DDFD1B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A7E8D-AE64-290F-7475-C4900986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315AD-1DBA-C6A8-E553-520F1B13F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4999"/>
            <a:ext cx="4672584" cy="1269482"/>
          </a:xfrm>
        </p:spPr>
        <p:txBody>
          <a:bodyPr anchor="t">
            <a:normAutofit/>
          </a:bodyPr>
          <a:lstStyle/>
          <a:p>
            <a:r>
              <a:rPr lang="en-US"/>
              <a:t>挑戰主題與技術重點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6D3176-E554-CDE9-2518-F21E81D30B27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05562" y="634999"/>
            <a:ext cx="5676838" cy="5587996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無人化資產管理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整合 RFID 與 IoT 技術，自動化資產與制服借還流程。</a:t>
            </a:r>
            <a:endParaRPr lang="ja-JP" alt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智慧城市與 </a:t>
            </a:r>
            <a:r>
              <a:rPr lang="en-US" b="1"/>
              <a:t>ESG </a:t>
            </a:r>
            <a:r>
              <a:rPr lang="ja-JP" altLang="en-US" b="1"/>
              <a:t>支援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方案符合智慧城市應用且兼顧環保與社會責任要求。</a:t>
            </a:r>
            <a:endParaRPr lang="ja-JP" alt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即時監控與數據分析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利用雲端數據處理與即時庫存監控提高管理效率。</a:t>
            </a:r>
            <a:endParaRPr lang="ja-JP" alt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ja-JP" altLang="en-US" b="1"/>
              <a:t>市場認證與國際標準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iR-Furniture 系統獲業界認證，符合 GS1 全球標準。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226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AD2D-689B-E7B0-CE76-239920CA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/>
          <a:p>
            <a:r>
              <a:rPr lang="en-US"/>
              <a:t>所需技能與專業背景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35E7F-52FF-5BCC-E4C5-42C4011B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SAMPLE FOOTER TEXT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5277D-B143-8899-8CC9-5C36967C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2" y="5260879"/>
            <a:ext cx="1494475" cy="42976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53ED406-9BBB-8243-8F57-F2904DFCFBBC}" type="datetime1">
              <a:rPr lang="en-US" smtClean="0"/>
              <a:pPr>
                <a:spcAft>
                  <a:spcPts val="600"/>
                </a:spcAft>
              </a:pPr>
              <a:t>11/23/2025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63839-EE72-D7BF-32C3-CA290930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" y="6492513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0DF733E-A526-4B9E-8CCF-33528B7F9C53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768725" y="3357686"/>
          <a:ext cx="4659313" cy="210636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14193">
                  <a:extLst>
                    <a:ext uri="{9D8B030D-6E8A-4147-A177-3AD203B41FA5}">
                      <a16:colId xmlns:a16="http://schemas.microsoft.com/office/drawing/2014/main" val="81413628"/>
                    </a:ext>
                  </a:extLst>
                </a:gridCol>
                <a:gridCol w="2445120">
                  <a:extLst>
                    <a:ext uri="{9D8B030D-6E8A-4147-A177-3AD203B41FA5}">
                      <a16:colId xmlns:a16="http://schemas.microsoft.com/office/drawing/2014/main" val="2327545459"/>
                    </a:ext>
                  </a:extLst>
                </a:gridCol>
              </a:tblGrid>
              <a:tr h="3911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100" b="1" cap="all" spc="150">
                          <a:solidFill>
                            <a:schemeClr val="tx1"/>
                          </a:solidFill>
                        </a:rPr>
                        <a:t>技能類別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100" b="1" cap="all" spc="150">
                          <a:solidFill>
                            <a:schemeClr val="tx1"/>
                          </a:solidFill>
                        </a:rPr>
                        <a:t>詳細內容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179707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b="1" cap="none" spc="0">
                          <a:solidFill>
                            <a:schemeClr val="tx1"/>
                          </a:solidFill>
                        </a:rPr>
                        <a:t>程式開發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C#, .NET, ASP.NET, Java, JavaScript, Swift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282363"/>
                  </a:ext>
                </a:extLst>
              </a:tr>
              <a:tr h="358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b="1" cap="none" spc="0">
                          <a:solidFill>
                            <a:schemeClr val="tx1"/>
                          </a:solidFill>
                        </a:rPr>
                        <a:t>技術支援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cap="none" spc="0">
                          <a:solidFill>
                            <a:schemeClr val="tx1"/>
                          </a:solidFill>
                        </a:rPr>
                        <a:t>使用者支援、系統維護與故障排除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675967"/>
                  </a:ext>
                </a:extLst>
              </a:tr>
              <a:tr h="358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b="1" cap="none" spc="0">
                          <a:solidFill>
                            <a:schemeClr val="tx1"/>
                          </a:solidFill>
                        </a:rPr>
                        <a:t>行銷與培訓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cap="none" spc="0">
                          <a:solidFill>
                            <a:schemeClr val="tx1"/>
                          </a:solidFill>
                        </a:rPr>
                        <a:t>行銷支援、系統培訓與推廣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269120"/>
                  </a:ext>
                </a:extLst>
              </a:tr>
              <a:tr h="498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b="1" cap="none" spc="0">
                          <a:solidFill>
                            <a:schemeClr val="tx1"/>
                          </a:solidFill>
                        </a:rPr>
                        <a:t>加分技能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900" cap="none" spc="0">
                          <a:solidFill>
                            <a:schemeClr val="tx1"/>
                          </a:solidFill>
                        </a:rPr>
                        <a:t>雲端運算、資料庫管理、</a:t>
                      </a: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ja-JP" altLang="en-US" sz="900" cap="none" spc="0">
                          <a:solidFill>
                            <a:schemeClr val="tx1"/>
                          </a:solidFill>
                        </a:rPr>
                        <a:t>整合、</a:t>
                      </a:r>
                      <a:r>
                        <a:rPr lang="en-US" sz="900" cap="none" spc="0">
                          <a:solidFill>
                            <a:schemeClr val="tx1"/>
                          </a:solidFill>
                        </a:rPr>
                        <a:t>IoT </a:t>
                      </a:r>
                      <a:r>
                        <a:rPr lang="ja-JP" altLang="en-US" sz="900" cap="none" spc="0">
                          <a:solidFill>
                            <a:schemeClr val="tx1"/>
                          </a:solidFill>
                        </a:rPr>
                        <a:t>應用</a:t>
                      </a:r>
                    </a:p>
                  </a:txBody>
                  <a:tcPr marL="96721" marR="96721" marT="96721" marB="96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506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93519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Japandi linear">
  <a:themeElements>
    <a:clrScheme name="Japandi linear 2">
      <a:dk1>
        <a:srgbClr val="000000"/>
      </a:dk1>
      <a:lt1>
        <a:srgbClr val="FFFFFF"/>
      </a:lt1>
      <a:dk2>
        <a:srgbClr val="2C3832"/>
      </a:dk2>
      <a:lt2>
        <a:srgbClr val="F2EDE3"/>
      </a:lt2>
      <a:accent1>
        <a:srgbClr val="B79C8F"/>
      </a:accent1>
      <a:accent2>
        <a:srgbClr val="8A835B"/>
      </a:accent2>
      <a:accent3>
        <a:srgbClr val="A3A588"/>
      </a:accent3>
      <a:accent4>
        <a:srgbClr val="A39382"/>
      </a:accent4>
      <a:accent5>
        <a:srgbClr val="87A3BF"/>
      </a:accent5>
      <a:accent6>
        <a:srgbClr val="6464A0"/>
      </a:accent6>
      <a:hlink>
        <a:srgbClr val="BF6E45"/>
      </a:hlink>
      <a:folHlink>
        <a:srgbClr val="B3932A"/>
      </a:folHlink>
    </a:clrScheme>
    <a:fontScheme name="Custom 24">
      <a:majorFont>
        <a:latin typeface="Nunito Sans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Copilot Layouts_win32_SD_V13" id="{1A98D2ED-8D8F-4042-89AC-2EE345497259}" vid="{2E77DE8A-CCF8-42DD-89D0-20AB94D79F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EDABF-7176-4A42-8EF9-E5D4DD31FF6C}">
  <ds:schemaRefs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230e9df3-be65-4c73-a93b-d1236ebd677e"/>
    <ds:schemaRef ds:uri="16c05727-aa75-4e4a-9b5f-8a80a1165891"/>
    <ds:schemaRef ds:uri="71af3243-3dd4-4a8d-8c0d-dd76da1f02a5"/>
    <ds:schemaRef ds:uri="http://www.w3.org/XML/1998/namespace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10</Words>
  <Application>Microsoft Office PowerPoint</Application>
  <PresentationFormat>Widescreen</PresentationFormat>
  <Paragraphs>6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Japandi linear</vt:lpstr>
      <vt:lpstr>Boxland Hong Kong Limited – Unmanned Assets Management Solution</vt:lpstr>
      <vt:lpstr>Boxland Hong Kong Limited 簡介與挑戰</vt:lpstr>
      <vt:lpstr>公司簡介</vt:lpstr>
      <vt:lpstr>挑戰主題與技術重點</vt:lpstr>
      <vt:lpstr>所需技能與專業背景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2025-08-05T03:29:54Z</dcterms:created>
  <dcterms:modified xsi:type="dcterms:W3CDTF">2025-11-23T09:04:31Z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