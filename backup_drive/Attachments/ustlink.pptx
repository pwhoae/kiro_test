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57" r:id="rId4"/>
    <p:sldId id="258" r:id="rId5"/>
    <p:sldId id="259" r:id="rId6"/>
    <p:sldId id="267" r:id="rId7"/>
    <p:sldId id="262" r:id="rId8"/>
    <p:sldId id="261" r:id="rId9"/>
    <p:sldId id="264" r:id="rId10"/>
    <p:sldId id="263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7D451D-557A-90A7-9D73-F319BD2FB65D}" v="83" dt="2024-11-18T06:48:39.568"/>
    <p1510:client id="{E81EF798-D121-AB0F-11A6-BBE7DEBEFBDE}" v="117" dt="2024-11-17T16:52:23.8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 Po Wa" userId="S::pwhoae@connect.ust.hk::117daab9-5a54-490c-9316-91f44428aa12" providerId="AD" clId="Web-{5F54EFCC-B1C2-1C5B-B20C-0978E876632E}"/>
    <pc:docChg chg="delSld modSld">
      <pc:chgData name="HO Po Wa" userId="S::pwhoae@connect.ust.hk::117daab9-5a54-490c-9316-91f44428aa12" providerId="AD" clId="Web-{5F54EFCC-B1C2-1C5B-B20C-0978E876632E}" dt="2024-11-15T03:48:04.886" v="51" actId="14100"/>
      <pc:docMkLst>
        <pc:docMk/>
      </pc:docMkLst>
      <pc:sldChg chg="addSp modSp mod setBg">
        <pc:chgData name="HO Po Wa" userId="S::pwhoae@connect.ust.hk::117daab9-5a54-490c-9316-91f44428aa12" providerId="AD" clId="Web-{5F54EFCC-B1C2-1C5B-B20C-0978E876632E}" dt="2024-11-15T03:45:54.009" v="44"/>
        <pc:sldMkLst>
          <pc:docMk/>
          <pc:sldMk cId="109857222" sldId="256"/>
        </pc:sldMkLst>
        <pc:spChg chg="mod">
          <ac:chgData name="HO Po Wa" userId="S::pwhoae@connect.ust.hk::117daab9-5a54-490c-9316-91f44428aa12" providerId="AD" clId="Web-{5F54EFCC-B1C2-1C5B-B20C-0978E876632E}" dt="2024-11-15T03:45:54.009" v="44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HO Po Wa" userId="S::pwhoae@connect.ust.hk::117daab9-5a54-490c-9316-91f44428aa12" providerId="AD" clId="Web-{5F54EFCC-B1C2-1C5B-B20C-0978E876632E}" dt="2024-11-15T03:45:54.009" v="44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HO Po Wa" userId="S::pwhoae@connect.ust.hk::117daab9-5a54-490c-9316-91f44428aa12" providerId="AD" clId="Web-{5F54EFCC-B1C2-1C5B-B20C-0978E876632E}" dt="2024-11-15T03:45:54.009" v="44"/>
          <ac:spMkLst>
            <pc:docMk/>
            <pc:sldMk cId="109857222" sldId="256"/>
            <ac:spMk id="8" creationId="{A8DB9CD9-59B1-4D73-BC4C-98796A48EF9B}"/>
          </ac:spMkLst>
        </pc:spChg>
        <pc:spChg chg="add">
          <ac:chgData name="HO Po Wa" userId="S::pwhoae@connect.ust.hk::117daab9-5a54-490c-9316-91f44428aa12" providerId="AD" clId="Web-{5F54EFCC-B1C2-1C5B-B20C-0978E876632E}" dt="2024-11-15T03:45:54.009" v="44"/>
          <ac:spMkLst>
            <pc:docMk/>
            <pc:sldMk cId="109857222" sldId="256"/>
            <ac:spMk id="10" creationId="{8874A6A9-41FF-4E33-AFA8-F9F81436A59E}"/>
          </ac:spMkLst>
        </pc:spChg>
        <pc:grpChg chg="add">
          <ac:chgData name="HO Po Wa" userId="S::pwhoae@connect.ust.hk::117daab9-5a54-490c-9316-91f44428aa12" providerId="AD" clId="Web-{5F54EFCC-B1C2-1C5B-B20C-0978E876632E}" dt="2024-11-15T03:45:54.009" v="44"/>
          <ac:grpSpMkLst>
            <pc:docMk/>
            <pc:sldMk cId="109857222" sldId="256"/>
            <ac:grpSpMk id="12" creationId="{721D730E-1F97-4071-B143-B05E6D2599BC}"/>
          </ac:grpSpMkLst>
        </pc:grpChg>
      </pc:sldChg>
      <pc:sldChg chg="addSp delSp modSp">
        <pc:chgData name="HO Po Wa" userId="S::pwhoae@connect.ust.hk::117daab9-5a54-490c-9316-91f44428aa12" providerId="AD" clId="Web-{5F54EFCC-B1C2-1C5B-B20C-0978E876632E}" dt="2024-11-15T03:48:04.886" v="51" actId="14100"/>
        <pc:sldMkLst>
          <pc:docMk/>
          <pc:sldMk cId="3998849745" sldId="257"/>
        </pc:sldMkLst>
        <pc:spChg chg="mod">
          <ac:chgData name="HO Po Wa" userId="S::pwhoae@connect.ust.hk::117daab9-5a54-490c-9316-91f44428aa12" providerId="AD" clId="Web-{5F54EFCC-B1C2-1C5B-B20C-0978E876632E}" dt="2024-11-15T03:47:47.667" v="49"/>
          <ac:spMkLst>
            <pc:docMk/>
            <pc:sldMk cId="3998849745" sldId="257"/>
            <ac:spMk id="2" creationId="{B4A09670-E168-00AF-BFAA-41E353C097C8}"/>
          </ac:spMkLst>
        </pc:spChg>
        <pc:spChg chg="add del">
          <ac:chgData name="HO Po Wa" userId="S::pwhoae@connect.ust.hk::117daab9-5a54-490c-9316-91f44428aa12" providerId="AD" clId="Web-{5F54EFCC-B1C2-1C5B-B20C-0978E876632E}" dt="2024-11-15T03:47:47.667" v="49"/>
          <ac:spMkLst>
            <pc:docMk/>
            <pc:sldMk cId="3998849745" sldId="257"/>
            <ac:spMk id="9" creationId="{BACC6370-2D7E-4714-9D71-7542949D7D5D}"/>
          </ac:spMkLst>
        </pc:spChg>
        <pc:spChg chg="add del">
          <ac:chgData name="HO Po Wa" userId="S::pwhoae@connect.ust.hk::117daab9-5a54-490c-9316-91f44428aa12" providerId="AD" clId="Web-{5F54EFCC-B1C2-1C5B-B20C-0978E876632E}" dt="2024-11-15T03:47:47.667" v="49"/>
          <ac:spMkLst>
            <pc:docMk/>
            <pc:sldMk cId="3998849745" sldId="257"/>
            <ac:spMk id="11" creationId="{F68B3F68-107C-434F-AA38-110D5EA91B85}"/>
          </ac:spMkLst>
        </pc:spChg>
        <pc:spChg chg="add del">
          <ac:chgData name="HO Po Wa" userId="S::pwhoae@connect.ust.hk::117daab9-5a54-490c-9316-91f44428aa12" providerId="AD" clId="Web-{5F54EFCC-B1C2-1C5B-B20C-0978E876632E}" dt="2024-11-15T03:47:47.667" v="49"/>
          <ac:spMkLst>
            <pc:docMk/>
            <pc:sldMk cId="3998849745" sldId="257"/>
            <ac:spMk id="13" creationId="{AAD0DBB9-1A4B-4391-81D4-CB19F9AB918A}"/>
          </ac:spMkLst>
        </pc:spChg>
        <pc:spChg chg="add del">
          <ac:chgData name="HO Po Wa" userId="S::pwhoae@connect.ust.hk::117daab9-5a54-490c-9316-91f44428aa12" providerId="AD" clId="Web-{5F54EFCC-B1C2-1C5B-B20C-0978E876632E}" dt="2024-11-15T03:47:47.667" v="49"/>
          <ac:spMkLst>
            <pc:docMk/>
            <pc:sldMk cId="3998849745" sldId="257"/>
            <ac:spMk id="15" creationId="{063BBA22-50EA-4C4D-BE05-F1CE4E63AA56}"/>
          </ac:spMkLst>
        </pc:spChg>
        <pc:spChg chg="add del">
          <ac:chgData name="HO Po Wa" userId="S::pwhoae@connect.ust.hk::117daab9-5a54-490c-9316-91f44428aa12" providerId="AD" clId="Web-{5F54EFCC-B1C2-1C5B-B20C-0978E876632E}" dt="2024-11-15T03:47:43.542" v="46"/>
          <ac:spMkLst>
            <pc:docMk/>
            <pc:sldMk cId="3998849745" sldId="257"/>
            <ac:spMk id="20" creationId="{955A2079-FA98-4876-80F0-72364A7D2EA4}"/>
          </ac:spMkLst>
        </pc:spChg>
        <pc:spChg chg="add del">
          <ac:chgData name="HO Po Wa" userId="S::pwhoae@connect.ust.hk::117daab9-5a54-490c-9316-91f44428aa12" providerId="AD" clId="Web-{5F54EFCC-B1C2-1C5B-B20C-0978E876632E}" dt="2024-11-15T03:47:47.652" v="48"/>
          <ac:spMkLst>
            <pc:docMk/>
            <pc:sldMk cId="3998849745" sldId="257"/>
            <ac:spMk id="22" creationId="{E0CBAC23-2E3F-4A90-BA59-F8299F6A5439}"/>
          </ac:spMkLst>
        </pc:spChg>
        <pc:spChg chg="add del">
          <ac:chgData name="HO Po Wa" userId="S::pwhoae@connect.ust.hk::117daab9-5a54-490c-9316-91f44428aa12" providerId="AD" clId="Web-{5F54EFCC-B1C2-1C5B-B20C-0978E876632E}" dt="2024-11-15T03:47:47.652" v="48"/>
          <ac:spMkLst>
            <pc:docMk/>
            <pc:sldMk cId="3998849745" sldId="257"/>
            <ac:spMk id="23" creationId="{35DB3719-6FDC-4E5D-891D-FF40B7300F64}"/>
          </ac:spMkLst>
        </pc:spChg>
        <pc:spChg chg="add">
          <ac:chgData name="HO Po Wa" userId="S::pwhoae@connect.ust.hk::117daab9-5a54-490c-9316-91f44428aa12" providerId="AD" clId="Web-{5F54EFCC-B1C2-1C5B-B20C-0978E876632E}" dt="2024-11-15T03:47:47.667" v="49"/>
          <ac:spMkLst>
            <pc:docMk/>
            <pc:sldMk cId="3998849745" sldId="257"/>
            <ac:spMk id="25" creationId="{955A2079-FA98-4876-80F0-72364A7D2EA4}"/>
          </ac:spMkLst>
        </pc:spChg>
        <pc:graphicFrameChg chg="mod modGraphic">
          <ac:chgData name="HO Po Wa" userId="S::pwhoae@connect.ust.hk::117daab9-5a54-490c-9316-91f44428aa12" providerId="AD" clId="Web-{5F54EFCC-B1C2-1C5B-B20C-0978E876632E}" dt="2024-11-15T03:48:04.886" v="51" actId="14100"/>
          <ac:graphicFrameMkLst>
            <pc:docMk/>
            <pc:sldMk cId="3998849745" sldId="257"/>
            <ac:graphicFrameMk id="5" creationId="{52CB1604-34B5-E97A-2E5C-543B83F92E6D}"/>
          </ac:graphicFrameMkLst>
        </pc:graphicFrameChg>
      </pc:sldChg>
      <pc:sldChg chg="addSp modSp">
        <pc:chgData name="HO Po Wa" userId="S::pwhoae@connect.ust.hk::117daab9-5a54-490c-9316-91f44428aa12" providerId="AD" clId="Web-{5F54EFCC-B1C2-1C5B-B20C-0978E876632E}" dt="2024-11-15T03:43:16.974" v="19" actId="1076"/>
        <pc:sldMkLst>
          <pc:docMk/>
          <pc:sldMk cId="342112726" sldId="258"/>
        </pc:sldMkLst>
        <pc:picChg chg="add mod">
          <ac:chgData name="HO Po Wa" userId="S::pwhoae@connect.ust.hk::117daab9-5a54-490c-9316-91f44428aa12" providerId="AD" clId="Web-{5F54EFCC-B1C2-1C5B-B20C-0978E876632E}" dt="2024-11-15T03:42:45.786" v="17" actId="1076"/>
          <ac:picMkLst>
            <pc:docMk/>
            <pc:sldMk cId="342112726" sldId="258"/>
            <ac:picMk id="4" creationId="{F2FE3BA4-2748-8DD8-A8D9-716E0C3F1442}"/>
          </ac:picMkLst>
        </pc:picChg>
        <pc:picChg chg="add mod">
          <ac:chgData name="HO Po Wa" userId="S::pwhoae@connect.ust.hk::117daab9-5a54-490c-9316-91f44428aa12" providerId="AD" clId="Web-{5F54EFCC-B1C2-1C5B-B20C-0978E876632E}" dt="2024-11-15T03:43:16.974" v="19" actId="1076"/>
          <ac:picMkLst>
            <pc:docMk/>
            <pc:sldMk cId="342112726" sldId="258"/>
            <ac:picMk id="5" creationId="{96D2AA31-F146-A36E-9B1D-B018DFDE7773}"/>
          </ac:picMkLst>
        </pc:picChg>
      </pc:sldChg>
      <pc:sldChg chg="addSp delSp modSp">
        <pc:chgData name="HO Po Wa" userId="S::pwhoae@connect.ust.hk::117daab9-5a54-490c-9316-91f44428aa12" providerId="AD" clId="Web-{5F54EFCC-B1C2-1C5B-B20C-0978E876632E}" dt="2024-11-15T03:44:56.460" v="38"/>
        <pc:sldMkLst>
          <pc:docMk/>
          <pc:sldMk cId="3076566839" sldId="259"/>
        </pc:sldMkLst>
        <pc:spChg chg="mod">
          <ac:chgData name="HO Po Wa" userId="S::pwhoae@connect.ust.hk::117daab9-5a54-490c-9316-91f44428aa12" providerId="AD" clId="Web-{5F54EFCC-B1C2-1C5B-B20C-0978E876632E}" dt="2024-11-15T03:44:53.132" v="32" actId="20577"/>
          <ac:spMkLst>
            <pc:docMk/>
            <pc:sldMk cId="3076566839" sldId="259"/>
            <ac:spMk id="3" creationId="{6BCA6936-B5A1-4D92-86FA-085629A8BF6F}"/>
          </ac:spMkLst>
        </pc:spChg>
        <pc:spChg chg="add del mod">
          <ac:chgData name="HO Po Wa" userId="S::pwhoae@connect.ust.hk::117daab9-5a54-490c-9316-91f44428aa12" providerId="AD" clId="Web-{5F54EFCC-B1C2-1C5B-B20C-0978E876632E}" dt="2024-11-15T03:44:56.460" v="37"/>
          <ac:spMkLst>
            <pc:docMk/>
            <pc:sldMk cId="3076566839" sldId="259"/>
            <ac:spMk id="5" creationId="{66A73A85-D721-0D64-714A-25C8314A8E0F}"/>
          </ac:spMkLst>
        </pc:spChg>
        <pc:picChg chg="add del mod">
          <ac:chgData name="HO Po Wa" userId="S::pwhoae@connect.ust.hk::117daab9-5a54-490c-9316-91f44428aa12" providerId="AD" clId="Web-{5F54EFCC-B1C2-1C5B-B20C-0978E876632E}" dt="2024-11-15T03:44:56.460" v="38"/>
          <ac:picMkLst>
            <pc:docMk/>
            <pc:sldMk cId="3076566839" sldId="259"/>
            <ac:picMk id="4" creationId="{B1728338-2903-149E-E48D-98C20E47152C}"/>
          </ac:picMkLst>
        </pc:picChg>
      </pc:sldChg>
      <pc:sldChg chg="del">
        <pc:chgData name="HO Po Wa" userId="S::pwhoae@connect.ust.hk::117daab9-5a54-490c-9316-91f44428aa12" providerId="AD" clId="Web-{5F54EFCC-B1C2-1C5B-B20C-0978E876632E}" dt="2024-11-15T03:43:42.974" v="20"/>
        <pc:sldMkLst>
          <pc:docMk/>
          <pc:sldMk cId="1243464244" sldId="260"/>
        </pc:sldMkLst>
      </pc:sldChg>
      <pc:sldChg chg="addSp modSp mod setBg">
        <pc:chgData name="HO Po Wa" userId="S::pwhoae@connect.ust.hk::117daab9-5a54-490c-9316-91f44428aa12" providerId="AD" clId="Web-{5F54EFCC-B1C2-1C5B-B20C-0978E876632E}" dt="2024-11-15T03:45:37.711" v="43"/>
        <pc:sldMkLst>
          <pc:docMk/>
          <pc:sldMk cId="736772894" sldId="262"/>
        </pc:sldMkLst>
        <pc:spChg chg="mod">
          <ac:chgData name="HO Po Wa" userId="S::pwhoae@connect.ust.hk::117daab9-5a54-490c-9316-91f44428aa12" providerId="AD" clId="Web-{5F54EFCC-B1C2-1C5B-B20C-0978E876632E}" dt="2024-11-15T03:45:37.711" v="43"/>
          <ac:spMkLst>
            <pc:docMk/>
            <pc:sldMk cId="736772894" sldId="262"/>
            <ac:spMk id="2" creationId="{B4A09670-E168-00AF-BFAA-41E353C097C8}"/>
          </ac:spMkLst>
        </pc:spChg>
        <pc:spChg chg="mod">
          <ac:chgData name="HO Po Wa" userId="S::pwhoae@connect.ust.hk::117daab9-5a54-490c-9316-91f44428aa12" providerId="AD" clId="Web-{5F54EFCC-B1C2-1C5B-B20C-0978E876632E}" dt="2024-11-15T03:45:37.711" v="43"/>
          <ac:spMkLst>
            <pc:docMk/>
            <pc:sldMk cId="736772894" sldId="262"/>
            <ac:spMk id="3" creationId="{A7E773FA-ADA7-625E-AF23-27AABDBB4B82}"/>
          </ac:spMkLst>
        </pc:spChg>
        <pc:spChg chg="add">
          <ac:chgData name="HO Po Wa" userId="S::pwhoae@connect.ust.hk::117daab9-5a54-490c-9316-91f44428aa12" providerId="AD" clId="Web-{5F54EFCC-B1C2-1C5B-B20C-0978E876632E}" dt="2024-11-15T03:45:37.711" v="43"/>
          <ac:spMkLst>
            <pc:docMk/>
            <pc:sldMk cId="736772894" sldId="262"/>
            <ac:spMk id="9" creationId="{0288C6B4-AFC3-407F-A595-EFFD38D4CCAF}"/>
          </ac:spMkLst>
        </pc:spChg>
        <pc:spChg chg="add">
          <ac:chgData name="HO Po Wa" userId="S::pwhoae@connect.ust.hk::117daab9-5a54-490c-9316-91f44428aa12" providerId="AD" clId="Web-{5F54EFCC-B1C2-1C5B-B20C-0978E876632E}" dt="2024-11-15T03:45:37.711" v="43"/>
          <ac:spMkLst>
            <pc:docMk/>
            <pc:sldMk cId="736772894" sldId="262"/>
            <ac:spMk id="11" creationId="{CF236821-17FE-429B-8D2C-08E13A64EA40}"/>
          </ac:spMkLst>
        </pc:spChg>
        <pc:spChg chg="add">
          <ac:chgData name="HO Po Wa" userId="S::pwhoae@connect.ust.hk::117daab9-5a54-490c-9316-91f44428aa12" providerId="AD" clId="Web-{5F54EFCC-B1C2-1C5B-B20C-0978E876632E}" dt="2024-11-15T03:45:37.711" v="43"/>
          <ac:spMkLst>
            <pc:docMk/>
            <pc:sldMk cId="736772894" sldId="262"/>
            <ac:spMk id="13" creationId="{C0BDBCD2-E081-43AB-9119-C55465E59757}"/>
          </ac:spMkLst>
        </pc:spChg>
        <pc:spChg chg="add">
          <ac:chgData name="HO Po Wa" userId="S::pwhoae@connect.ust.hk::117daab9-5a54-490c-9316-91f44428aa12" providerId="AD" clId="Web-{5F54EFCC-B1C2-1C5B-B20C-0978E876632E}" dt="2024-11-15T03:45:37.711" v="43"/>
          <ac:spMkLst>
            <pc:docMk/>
            <pc:sldMk cId="736772894" sldId="262"/>
            <ac:spMk id="15" creationId="{98E79BE4-34FE-485A-98A5-92CE8F7C4743}"/>
          </ac:spMkLst>
        </pc:spChg>
        <pc:spChg chg="add">
          <ac:chgData name="HO Po Wa" userId="S::pwhoae@connect.ust.hk::117daab9-5a54-490c-9316-91f44428aa12" providerId="AD" clId="Web-{5F54EFCC-B1C2-1C5B-B20C-0978E876632E}" dt="2024-11-15T03:45:37.711" v="43"/>
          <ac:spMkLst>
            <pc:docMk/>
            <pc:sldMk cId="736772894" sldId="262"/>
            <ac:spMk id="17" creationId="{7A5F0580-5EE9-419F-96EE-B6529EF6E7D0}"/>
          </ac:spMkLst>
        </pc:spChg>
        <pc:picChg chg="add mod">
          <ac:chgData name="HO Po Wa" userId="S::pwhoae@connect.ust.hk::117daab9-5a54-490c-9316-91f44428aa12" providerId="AD" clId="Web-{5F54EFCC-B1C2-1C5B-B20C-0978E876632E}" dt="2024-11-15T03:45:37.711" v="43"/>
          <ac:picMkLst>
            <pc:docMk/>
            <pc:sldMk cId="736772894" sldId="262"/>
            <ac:picMk id="4" creationId="{DBBFB07C-D7BC-C99F-8E6F-8C2D96388F15}"/>
          </ac:picMkLst>
        </pc:picChg>
      </pc:sldChg>
      <pc:sldChg chg="modSp">
        <pc:chgData name="HO Po Wa" userId="S::pwhoae@connect.ust.hk::117daab9-5a54-490c-9316-91f44428aa12" providerId="AD" clId="Web-{5F54EFCC-B1C2-1C5B-B20C-0978E876632E}" dt="2024-11-15T03:32:49.882" v="12" actId="20577"/>
        <pc:sldMkLst>
          <pc:docMk/>
          <pc:sldMk cId="3437881546" sldId="266"/>
        </pc:sldMkLst>
        <pc:spChg chg="mod">
          <ac:chgData name="HO Po Wa" userId="S::pwhoae@connect.ust.hk::117daab9-5a54-490c-9316-91f44428aa12" providerId="AD" clId="Web-{5F54EFCC-B1C2-1C5B-B20C-0978E876632E}" dt="2024-11-15T03:32:49.882" v="12" actId="20577"/>
          <ac:spMkLst>
            <pc:docMk/>
            <pc:sldMk cId="3437881546" sldId="266"/>
            <ac:spMk id="3" creationId="{A7E773FA-ADA7-625E-AF23-27AABDBB4B82}"/>
          </ac:spMkLst>
        </pc:spChg>
      </pc:sldChg>
    </pc:docChg>
  </pc:docChgLst>
  <pc:docChgLst>
    <pc:chgData name="HO Po Wa" userId="S::pwhoae@connect.ust.hk::117daab9-5a54-490c-9316-91f44428aa12" providerId="AD" clId="Web-{A67D451D-557A-90A7-9D73-F319BD2FB65D}"/>
    <pc:docChg chg="addSld modSld">
      <pc:chgData name="HO Po Wa" userId="S::pwhoae@connect.ust.hk::117daab9-5a54-490c-9316-91f44428aa12" providerId="AD" clId="Web-{A67D451D-557A-90A7-9D73-F319BD2FB65D}" dt="2024-11-18T07:39:57.629" v="110" actId="20577"/>
      <pc:docMkLst>
        <pc:docMk/>
      </pc:docMkLst>
      <pc:sldChg chg="addSp delSp modSp mod setBg">
        <pc:chgData name="HO Po Wa" userId="S::pwhoae@connect.ust.hk::117daab9-5a54-490c-9316-91f44428aa12" providerId="AD" clId="Web-{A67D451D-557A-90A7-9D73-F319BD2FB65D}" dt="2024-11-18T06:33:33.092" v="18"/>
        <pc:sldMkLst>
          <pc:docMk/>
          <pc:sldMk cId="342112726" sldId="258"/>
        </pc:sldMkLst>
        <pc:spChg chg="mod">
          <ac:chgData name="HO Po Wa" userId="S::pwhoae@connect.ust.hk::117daab9-5a54-490c-9316-91f44428aa12" providerId="AD" clId="Web-{A67D451D-557A-90A7-9D73-F319BD2FB65D}" dt="2024-11-18T06:33:33.092" v="18"/>
          <ac:spMkLst>
            <pc:docMk/>
            <pc:sldMk cId="342112726" sldId="258"/>
            <ac:spMk id="2" creationId="{B1DBBDBF-08ED-B52A-142F-7D6F47EEFB49}"/>
          </ac:spMkLst>
        </pc:spChg>
        <pc:spChg chg="del">
          <ac:chgData name="HO Po Wa" userId="S::pwhoae@connect.ust.hk::117daab9-5a54-490c-9316-91f44428aa12" providerId="AD" clId="Web-{A67D451D-557A-90A7-9D73-F319BD2FB65D}" dt="2024-11-18T06:32:54.233" v="14"/>
          <ac:spMkLst>
            <pc:docMk/>
            <pc:sldMk cId="342112726" sldId="258"/>
            <ac:spMk id="9" creationId="{E360DD83-0E07-83D0-00C7-1537BC3A2B33}"/>
          </ac:spMkLst>
        </pc:spChg>
        <pc:spChg chg="del">
          <ac:chgData name="HO Po Wa" userId="S::pwhoae@connect.ust.hk::117daab9-5a54-490c-9316-91f44428aa12" providerId="AD" clId="Web-{A67D451D-557A-90A7-9D73-F319BD2FB65D}" dt="2024-11-18T06:32:56.107" v="15"/>
          <ac:spMkLst>
            <pc:docMk/>
            <pc:sldMk cId="342112726" sldId="258"/>
            <ac:spMk id="10" creationId="{D84EE0A0-7290-E30F-6EB0-5C15C6ECCA43}"/>
          </ac:spMkLst>
        </pc:spChg>
        <pc:spChg chg="del">
          <ac:chgData name="HO Po Wa" userId="S::pwhoae@connect.ust.hk::117daab9-5a54-490c-9316-91f44428aa12" providerId="AD" clId="Web-{A67D451D-557A-90A7-9D73-F319BD2FB65D}" dt="2024-11-18T06:32:59.482" v="16"/>
          <ac:spMkLst>
            <pc:docMk/>
            <pc:sldMk cId="342112726" sldId="258"/>
            <ac:spMk id="11" creationId="{DDAE408B-7C26-AC39-DA14-BC92ABE0746F}"/>
          </ac:spMkLst>
        </pc:spChg>
        <pc:spChg chg="add">
          <ac:chgData name="HO Po Wa" userId="S::pwhoae@connect.ust.hk::117daab9-5a54-490c-9316-91f44428aa12" providerId="AD" clId="Web-{A67D451D-557A-90A7-9D73-F319BD2FB65D}" dt="2024-11-18T06:33:33.092" v="18"/>
          <ac:spMkLst>
            <pc:docMk/>
            <pc:sldMk cId="342112726" sldId="258"/>
            <ac:spMk id="12" creationId="{BDEC361F-3D20-8A33-96B2-9592A8FB0276}"/>
          </ac:spMkLst>
        </pc:spChg>
        <pc:spChg chg="add">
          <ac:chgData name="HO Po Wa" userId="S::pwhoae@connect.ust.hk::117daab9-5a54-490c-9316-91f44428aa12" providerId="AD" clId="Web-{A67D451D-557A-90A7-9D73-F319BD2FB65D}" dt="2024-11-18T06:33:33.092" v="18"/>
          <ac:spMkLst>
            <pc:docMk/>
            <pc:sldMk cId="342112726" sldId="258"/>
            <ac:spMk id="13" creationId="{94BFCCA4-109C-4B21-816E-144FE75C38EE}"/>
          </ac:spMkLst>
        </pc:spChg>
        <pc:spChg chg="add">
          <ac:chgData name="HO Po Wa" userId="S::pwhoae@connect.ust.hk::117daab9-5a54-490c-9316-91f44428aa12" providerId="AD" clId="Web-{A67D451D-557A-90A7-9D73-F319BD2FB65D}" dt="2024-11-18T06:33:33.092" v="18"/>
          <ac:spMkLst>
            <pc:docMk/>
            <pc:sldMk cId="342112726" sldId="258"/>
            <ac:spMk id="15" creationId="{0059B5C0-FEC8-4370-AF45-02E3AEF6FA6D}"/>
          </ac:spMkLst>
        </pc:spChg>
        <pc:picChg chg="add mod">
          <ac:chgData name="HO Po Wa" userId="S::pwhoae@connect.ust.hk::117daab9-5a54-490c-9316-91f44428aa12" providerId="AD" clId="Web-{A67D451D-557A-90A7-9D73-F319BD2FB65D}" dt="2024-11-18T06:33:33.092" v="18"/>
          <ac:picMkLst>
            <pc:docMk/>
            <pc:sldMk cId="342112726" sldId="258"/>
            <ac:picMk id="3" creationId="{7EA0B5AA-682D-84A2-B0B5-1954342AF0DF}"/>
          </ac:picMkLst>
        </pc:picChg>
        <pc:picChg chg="mod">
          <ac:chgData name="HO Po Wa" userId="S::pwhoae@connect.ust.hk::117daab9-5a54-490c-9316-91f44428aa12" providerId="AD" clId="Web-{A67D451D-557A-90A7-9D73-F319BD2FB65D}" dt="2024-11-18T06:33:33.092" v="18"/>
          <ac:picMkLst>
            <pc:docMk/>
            <pc:sldMk cId="342112726" sldId="258"/>
            <ac:picMk id="4" creationId="{F2FE3BA4-2748-8DD8-A8D9-716E0C3F1442}"/>
          </ac:picMkLst>
        </pc:picChg>
        <pc:picChg chg="mod">
          <ac:chgData name="HO Po Wa" userId="S::pwhoae@connect.ust.hk::117daab9-5a54-490c-9316-91f44428aa12" providerId="AD" clId="Web-{A67D451D-557A-90A7-9D73-F319BD2FB65D}" dt="2024-11-18T06:33:33.092" v="18"/>
          <ac:picMkLst>
            <pc:docMk/>
            <pc:sldMk cId="342112726" sldId="258"/>
            <ac:picMk id="5" creationId="{96D2AA31-F146-A36E-9B1D-B018DFDE7773}"/>
          </ac:picMkLst>
        </pc:picChg>
        <pc:picChg chg="mod">
          <ac:chgData name="HO Po Wa" userId="S::pwhoae@connect.ust.hk::117daab9-5a54-490c-9316-91f44428aa12" providerId="AD" clId="Web-{A67D451D-557A-90A7-9D73-F319BD2FB65D}" dt="2024-11-18T06:33:33.092" v="18"/>
          <ac:picMkLst>
            <pc:docMk/>
            <pc:sldMk cId="342112726" sldId="258"/>
            <ac:picMk id="6" creationId="{49B0C823-72F9-3F4F-98F5-AEA7F1C3AB8D}"/>
          </ac:picMkLst>
        </pc:picChg>
      </pc:sldChg>
      <pc:sldChg chg="addSp delSp modSp">
        <pc:chgData name="HO Po Wa" userId="S::pwhoae@connect.ust.hk::117daab9-5a54-490c-9316-91f44428aa12" providerId="AD" clId="Web-{A67D451D-557A-90A7-9D73-F319BD2FB65D}" dt="2024-11-18T06:39:50.680" v="66" actId="1076"/>
        <pc:sldMkLst>
          <pc:docMk/>
          <pc:sldMk cId="3076566839" sldId="259"/>
        </pc:sldMkLst>
        <pc:picChg chg="add mod">
          <ac:chgData name="HO Po Wa" userId="S::pwhoae@connect.ust.hk::117daab9-5a54-490c-9316-91f44428aa12" providerId="AD" clId="Web-{A67D451D-557A-90A7-9D73-F319BD2FB65D}" dt="2024-11-18T06:35:39.017" v="36" actId="1076"/>
          <ac:picMkLst>
            <pc:docMk/>
            <pc:sldMk cId="3076566839" sldId="259"/>
            <ac:picMk id="3" creationId="{E02B72C0-50C3-3268-0CE9-707EAE8319D4}"/>
          </ac:picMkLst>
        </pc:picChg>
        <pc:picChg chg="add mod">
          <ac:chgData name="HO Po Wa" userId="S::pwhoae@connect.ust.hk::117daab9-5a54-490c-9316-91f44428aa12" providerId="AD" clId="Web-{A67D451D-557A-90A7-9D73-F319BD2FB65D}" dt="2024-11-18T06:35:52.596" v="40" actId="1076"/>
          <ac:picMkLst>
            <pc:docMk/>
            <pc:sldMk cId="3076566839" sldId="259"/>
            <ac:picMk id="4" creationId="{F45D80E7-C451-033F-2EDF-6F037C487808}"/>
          </ac:picMkLst>
        </pc:picChg>
        <pc:picChg chg="add del mod">
          <ac:chgData name="HO Po Wa" userId="S::pwhoae@connect.ust.hk::117daab9-5a54-490c-9316-91f44428aa12" providerId="AD" clId="Web-{A67D451D-557A-90A7-9D73-F319BD2FB65D}" dt="2024-11-18T06:36:07.846" v="44"/>
          <ac:picMkLst>
            <pc:docMk/>
            <pc:sldMk cId="3076566839" sldId="259"/>
            <ac:picMk id="5" creationId="{CE8349D6-8738-E888-7E5D-22A65AADB689}"/>
          </ac:picMkLst>
        </pc:picChg>
        <pc:picChg chg="mod modCrop">
          <ac:chgData name="HO Po Wa" userId="S::pwhoae@connect.ust.hk::117daab9-5a54-490c-9316-91f44428aa12" providerId="AD" clId="Web-{A67D451D-557A-90A7-9D73-F319BD2FB65D}" dt="2024-11-18T06:34:20.719" v="24" actId="1076"/>
          <ac:picMkLst>
            <pc:docMk/>
            <pc:sldMk cId="3076566839" sldId="259"/>
            <ac:picMk id="6" creationId="{245D0AFE-F4F8-D95E-1C97-D2D1F37C2F3C}"/>
          </ac:picMkLst>
        </pc:picChg>
        <pc:picChg chg="add mod">
          <ac:chgData name="HO Po Wa" userId="S::pwhoae@connect.ust.hk::117daab9-5a54-490c-9316-91f44428aa12" providerId="AD" clId="Web-{A67D451D-557A-90A7-9D73-F319BD2FB65D}" dt="2024-11-18T06:35:34.392" v="33" actId="1076"/>
          <ac:picMkLst>
            <pc:docMk/>
            <pc:sldMk cId="3076566839" sldId="259"/>
            <ac:picMk id="7" creationId="{4C52E253-4992-9043-FB33-68EF33F6A74B}"/>
          </ac:picMkLst>
        </pc:picChg>
        <pc:picChg chg="add del mod">
          <ac:chgData name="HO Po Wa" userId="S::pwhoae@connect.ust.hk::117daab9-5a54-490c-9316-91f44428aa12" providerId="AD" clId="Web-{A67D451D-557A-90A7-9D73-F319BD2FB65D}" dt="2024-11-18T06:36:59.832" v="47"/>
          <ac:picMkLst>
            <pc:docMk/>
            <pc:sldMk cId="3076566839" sldId="259"/>
            <ac:picMk id="8" creationId="{A4D8DB55-E2B1-E50E-F7C6-F3029607B5B8}"/>
          </ac:picMkLst>
        </pc:picChg>
        <pc:picChg chg="add mod">
          <ac:chgData name="HO Po Wa" userId="S::pwhoae@connect.ust.hk::117daab9-5a54-490c-9316-91f44428aa12" providerId="AD" clId="Web-{A67D451D-557A-90A7-9D73-F319BD2FB65D}" dt="2024-11-18T06:37:36.895" v="58" actId="1076"/>
          <ac:picMkLst>
            <pc:docMk/>
            <pc:sldMk cId="3076566839" sldId="259"/>
            <ac:picMk id="9" creationId="{5C6FC662-5F58-1680-AC94-290E36CFE41A}"/>
          </ac:picMkLst>
        </pc:picChg>
        <pc:picChg chg="add mod">
          <ac:chgData name="HO Po Wa" userId="S::pwhoae@connect.ust.hk::117daab9-5a54-490c-9316-91f44428aa12" providerId="AD" clId="Web-{A67D451D-557A-90A7-9D73-F319BD2FB65D}" dt="2024-11-18T06:39:40.539" v="62" actId="1076"/>
          <ac:picMkLst>
            <pc:docMk/>
            <pc:sldMk cId="3076566839" sldId="259"/>
            <ac:picMk id="10" creationId="{EA1CA5D8-AD61-9DE4-F97F-1348C3149886}"/>
          </ac:picMkLst>
        </pc:picChg>
        <pc:picChg chg="add mod">
          <ac:chgData name="HO Po Wa" userId="S::pwhoae@connect.ust.hk::117daab9-5a54-490c-9316-91f44428aa12" providerId="AD" clId="Web-{A67D451D-557A-90A7-9D73-F319BD2FB65D}" dt="2024-11-18T06:39:50.680" v="66" actId="1076"/>
          <ac:picMkLst>
            <pc:docMk/>
            <pc:sldMk cId="3076566839" sldId="259"/>
            <ac:picMk id="12" creationId="{239AF928-968D-0BD6-6DF9-784A6851424D}"/>
          </ac:picMkLst>
        </pc:picChg>
      </pc:sldChg>
      <pc:sldChg chg="modSp">
        <pc:chgData name="HO Po Wa" userId="S::pwhoae@connect.ust.hk::117daab9-5a54-490c-9316-91f44428aa12" providerId="AD" clId="Web-{A67D451D-557A-90A7-9D73-F319BD2FB65D}" dt="2024-11-18T06:41:38.792" v="75" actId="20577"/>
        <pc:sldMkLst>
          <pc:docMk/>
          <pc:sldMk cId="2003618278" sldId="261"/>
        </pc:sldMkLst>
        <pc:spChg chg="mod">
          <ac:chgData name="HO Po Wa" userId="S::pwhoae@connect.ust.hk::117daab9-5a54-490c-9316-91f44428aa12" providerId="AD" clId="Web-{A67D451D-557A-90A7-9D73-F319BD2FB65D}" dt="2024-11-18T06:41:38.792" v="75" actId="20577"/>
          <ac:spMkLst>
            <pc:docMk/>
            <pc:sldMk cId="2003618278" sldId="261"/>
            <ac:spMk id="3" creationId="{6BCA6936-B5A1-4D92-86FA-085629A8BF6F}"/>
          </ac:spMkLst>
        </pc:spChg>
      </pc:sldChg>
      <pc:sldChg chg="addSp modSp">
        <pc:chgData name="HO Po Wa" userId="S::pwhoae@connect.ust.hk::117daab9-5a54-490c-9316-91f44428aa12" providerId="AD" clId="Web-{A67D451D-557A-90A7-9D73-F319BD2FB65D}" dt="2024-11-18T06:40:45.244" v="73" actId="1076"/>
        <pc:sldMkLst>
          <pc:docMk/>
          <pc:sldMk cId="736772894" sldId="262"/>
        </pc:sldMkLst>
        <pc:spChg chg="mod">
          <ac:chgData name="HO Po Wa" userId="S::pwhoae@connect.ust.hk::117daab9-5a54-490c-9316-91f44428aa12" providerId="AD" clId="Web-{A67D451D-557A-90A7-9D73-F319BD2FB65D}" dt="2024-11-18T06:40:45.244" v="73" actId="1076"/>
          <ac:spMkLst>
            <pc:docMk/>
            <pc:sldMk cId="736772894" sldId="262"/>
            <ac:spMk id="3" creationId="{A7E773FA-ADA7-625E-AF23-27AABDBB4B82}"/>
          </ac:spMkLst>
        </pc:spChg>
        <pc:picChg chg="mod">
          <ac:chgData name="HO Po Wa" userId="S::pwhoae@connect.ust.hk::117daab9-5a54-490c-9316-91f44428aa12" providerId="AD" clId="Web-{A67D451D-557A-90A7-9D73-F319BD2FB65D}" dt="2024-11-18T06:40:02.899" v="67" actId="14100"/>
          <ac:picMkLst>
            <pc:docMk/>
            <pc:sldMk cId="736772894" sldId="262"/>
            <ac:picMk id="4" creationId="{DBBFB07C-D7BC-C99F-8E6F-8C2D96388F15}"/>
          </ac:picMkLst>
        </pc:picChg>
        <pc:picChg chg="add mod">
          <ac:chgData name="HO Po Wa" userId="S::pwhoae@connect.ust.hk::117daab9-5a54-490c-9316-91f44428aa12" providerId="AD" clId="Web-{A67D451D-557A-90A7-9D73-F319BD2FB65D}" dt="2024-11-18T06:40:41.791" v="72" actId="1076"/>
          <ac:picMkLst>
            <pc:docMk/>
            <pc:sldMk cId="736772894" sldId="262"/>
            <ac:picMk id="5" creationId="{BF0190AA-7847-D3EE-D2B3-918AEADA99EF}"/>
          </ac:picMkLst>
        </pc:picChg>
      </pc:sldChg>
      <pc:sldChg chg="modSp">
        <pc:chgData name="HO Po Wa" userId="S::pwhoae@connect.ust.hk::117daab9-5a54-490c-9316-91f44428aa12" providerId="AD" clId="Web-{A67D451D-557A-90A7-9D73-F319BD2FB65D}" dt="2024-11-18T07:39:57.629" v="110" actId="20577"/>
        <pc:sldMkLst>
          <pc:docMk/>
          <pc:sldMk cId="3437881546" sldId="266"/>
        </pc:sldMkLst>
        <pc:graphicFrameChg chg="modGraphic">
          <ac:chgData name="HO Po Wa" userId="S::pwhoae@connect.ust.hk::117daab9-5a54-490c-9316-91f44428aa12" providerId="AD" clId="Web-{A67D451D-557A-90A7-9D73-F319BD2FB65D}" dt="2024-11-18T07:39:57.629" v="110" actId="20577"/>
          <ac:graphicFrameMkLst>
            <pc:docMk/>
            <pc:sldMk cId="3437881546" sldId="266"/>
            <ac:graphicFrameMk id="5" creationId="{C9AFC98D-1D6B-7ECA-B597-07BBB0187A39}"/>
          </ac:graphicFrameMkLst>
        </pc:graphicFrameChg>
      </pc:sldChg>
      <pc:sldChg chg="addSp delSp modSp new mod setBg addAnim delAnim">
        <pc:chgData name="HO Po Wa" userId="S::pwhoae@connect.ust.hk::117daab9-5a54-490c-9316-91f44428aa12" providerId="AD" clId="Web-{A67D451D-557A-90A7-9D73-F319BD2FB65D}" dt="2024-11-18T06:48:39.568" v="97"/>
        <pc:sldMkLst>
          <pc:docMk/>
          <pc:sldMk cId="463122910" sldId="267"/>
        </pc:sldMkLst>
        <pc:spChg chg="add del">
          <ac:chgData name="HO Po Wa" userId="S::pwhoae@connect.ust.hk::117daab9-5a54-490c-9316-91f44428aa12" providerId="AD" clId="Web-{A67D451D-557A-90A7-9D73-F319BD2FB65D}" dt="2024-11-18T06:42:57.935" v="80"/>
          <ac:spMkLst>
            <pc:docMk/>
            <pc:sldMk cId="463122910" sldId="267"/>
            <ac:spMk id="2" creationId="{5DB70F5D-6DAD-A76D-DFB3-8E6FF39CC630}"/>
          </ac:spMkLst>
        </pc:spChg>
        <pc:spChg chg="del">
          <ac:chgData name="HO Po Wa" userId="S::pwhoae@connect.ust.hk::117daab9-5a54-490c-9316-91f44428aa12" providerId="AD" clId="Web-{A67D451D-557A-90A7-9D73-F319BD2FB65D}" dt="2024-11-18T06:42:40.309" v="77"/>
          <ac:spMkLst>
            <pc:docMk/>
            <pc:sldMk cId="463122910" sldId="267"/>
            <ac:spMk id="3" creationId="{8B5D3E9C-9052-F109-170E-D83A9BB5D8C9}"/>
          </ac:spMkLst>
        </pc:spChg>
        <pc:spChg chg="add del">
          <ac:chgData name="HO Po Wa" userId="S::pwhoae@connect.ust.hk::117daab9-5a54-490c-9316-91f44428aa12" providerId="AD" clId="Web-{A67D451D-557A-90A7-9D73-F319BD2FB65D}" dt="2024-11-18T06:42:57.935" v="79"/>
          <ac:spMkLst>
            <pc:docMk/>
            <pc:sldMk cId="463122910" sldId="267"/>
            <ac:spMk id="9" creationId="{42A4FC2C-047E-45A5-965D-8E1E3BF09BC6}"/>
          </ac:spMkLst>
        </pc:spChg>
        <pc:spChg chg="add del">
          <ac:chgData name="HO Po Wa" userId="S::pwhoae@connect.ust.hk::117daab9-5a54-490c-9316-91f44428aa12" providerId="AD" clId="Web-{A67D451D-557A-90A7-9D73-F319BD2FB65D}" dt="2024-11-18T06:47:05.222" v="82"/>
          <ac:spMkLst>
            <pc:docMk/>
            <pc:sldMk cId="463122910" sldId="267"/>
            <ac:spMk id="11" creationId="{5E55A99C-0BDC-4DBE-8E40-9FA66F629FA1}"/>
          </ac:spMkLst>
        </pc:spChg>
        <pc:spChg chg="add del">
          <ac:chgData name="HO Po Wa" userId="S::pwhoae@connect.ust.hk::117daab9-5a54-490c-9316-91f44428aa12" providerId="AD" clId="Web-{A67D451D-557A-90A7-9D73-F319BD2FB65D}" dt="2024-11-18T06:47:05.222" v="82"/>
          <ac:spMkLst>
            <pc:docMk/>
            <pc:sldMk cId="463122910" sldId="267"/>
            <ac:spMk id="12" creationId="{1500B4A4-B1F1-41EA-886A-B8A210DBCA3B}"/>
          </ac:spMkLst>
        </pc:spChg>
        <pc:spChg chg="add">
          <ac:chgData name="HO Po Wa" userId="S::pwhoae@connect.ust.hk::117daab9-5a54-490c-9316-91f44428aa12" providerId="AD" clId="Web-{A67D451D-557A-90A7-9D73-F319BD2FB65D}" dt="2024-11-18T06:47:05.222" v="82"/>
          <ac:spMkLst>
            <pc:docMk/>
            <pc:sldMk cId="463122910" sldId="267"/>
            <ac:spMk id="17" creationId="{42A4FC2C-047E-45A5-965D-8E1E3BF09BC6}"/>
          </ac:spMkLst>
        </pc:spChg>
        <pc:picChg chg="add mod ord">
          <ac:chgData name="HO Po Wa" userId="S::pwhoae@connect.ust.hk::117daab9-5a54-490c-9316-91f44428aa12" providerId="AD" clId="Web-{A67D451D-557A-90A7-9D73-F319BD2FB65D}" dt="2024-11-18T06:47:05.222" v="82"/>
          <ac:picMkLst>
            <pc:docMk/>
            <pc:sldMk cId="463122910" sldId="267"/>
            <ac:picMk id="4" creationId="{3B64FC56-010B-603F-0468-D047D2C56039}"/>
          </ac:picMkLst>
        </pc:picChg>
        <pc:picChg chg="add mod">
          <ac:chgData name="HO Po Wa" userId="S::pwhoae@connect.ust.hk::117daab9-5a54-490c-9316-91f44428aa12" providerId="AD" clId="Web-{A67D451D-557A-90A7-9D73-F319BD2FB65D}" dt="2024-11-18T06:47:19.926" v="89" actId="1076"/>
          <ac:picMkLst>
            <pc:docMk/>
            <pc:sldMk cId="463122910" sldId="267"/>
            <ac:picMk id="5" creationId="{8C15CDF8-F523-4799-77F0-2ED86BAAD3BD}"/>
          </ac:picMkLst>
        </pc:picChg>
        <pc:picChg chg="add mod">
          <ac:chgData name="HO Po Wa" userId="S::pwhoae@connect.ust.hk::117daab9-5a54-490c-9316-91f44428aa12" providerId="AD" clId="Web-{A67D451D-557A-90A7-9D73-F319BD2FB65D}" dt="2024-11-18T06:48:16.302" v="93" actId="1076"/>
          <ac:picMkLst>
            <pc:docMk/>
            <pc:sldMk cId="463122910" sldId="267"/>
            <ac:picMk id="6" creationId="{52FB8626-C81C-1907-F87E-5866E23373E0}"/>
          </ac:picMkLst>
        </pc:picChg>
      </pc:sldChg>
    </pc:docChg>
  </pc:docChgLst>
  <pc:docChgLst>
    <pc:chgData name="HO Po Wa" userId="S::pwhoae@connect.ust.hk::117daab9-5a54-490c-9316-91f44428aa12" providerId="AD" clId="Web-{C649777B-C089-0040-35EA-F568F7F48CCC}"/>
    <pc:docChg chg="addSld modSld sldOrd">
      <pc:chgData name="HO Po Wa" userId="S::pwhoae@connect.ust.hk::117daab9-5a54-490c-9316-91f44428aa12" providerId="AD" clId="Web-{C649777B-C089-0040-35EA-F568F7F48CCC}" dt="2024-11-14T10:25:20.460" v="75" actId="20577"/>
      <pc:docMkLst>
        <pc:docMk/>
      </pc:docMkLst>
      <pc:sldChg chg="modSp new ord">
        <pc:chgData name="HO Po Wa" userId="S::pwhoae@connect.ust.hk::117daab9-5a54-490c-9316-91f44428aa12" providerId="AD" clId="Web-{C649777B-C089-0040-35EA-F568F7F48CCC}" dt="2024-11-14T10:20:47.029" v="43" actId="20577"/>
        <pc:sldMkLst>
          <pc:docMk/>
          <pc:sldMk cId="3998849745" sldId="257"/>
        </pc:sldMkLst>
        <pc:spChg chg="mod">
          <ac:chgData name="HO Po Wa" userId="S::pwhoae@connect.ust.hk::117daab9-5a54-490c-9316-91f44428aa12" providerId="AD" clId="Web-{C649777B-C089-0040-35EA-F568F7F48CCC}" dt="2024-11-14T10:20:47.029" v="43" actId="20577"/>
          <ac:spMkLst>
            <pc:docMk/>
            <pc:sldMk cId="3998849745" sldId="257"/>
            <ac:spMk id="2" creationId="{B4A09670-E168-00AF-BFAA-41E353C097C8}"/>
          </ac:spMkLst>
        </pc:spChg>
        <pc:spChg chg="mod">
          <ac:chgData name="HO Po Wa" userId="S::pwhoae@connect.ust.hk::117daab9-5a54-490c-9316-91f44428aa12" providerId="AD" clId="Web-{C649777B-C089-0040-35EA-F568F7F48CCC}" dt="2024-11-14T10:19:32.917" v="27" actId="20577"/>
          <ac:spMkLst>
            <pc:docMk/>
            <pc:sldMk cId="3998849745" sldId="257"/>
            <ac:spMk id="3" creationId="{A7E773FA-ADA7-625E-AF23-27AABDBB4B82}"/>
          </ac:spMkLst>
        </pc:spChg>
      </pc:sldChg>
      <pc:sldChg chg="modSp new">
        <pc:chgData name="HO Po Wa" userId="S::pwhoae@connect.ust.hk::117daab9-5a54-490c-9316-91f44428aa12" providerId="AD" clId="Web-{C649777B-C089-0040-35EA-F568F7F48CCC}" dt="2024-11-14T10:22:08.157" v="47" actId="20577"/>
        <pc:sldMkLst>
          <pc:docMk/>
          <pc:sldMk cId="342112726" sldId="258"/>
        </pc:sldMkLst>
        <pc:spChg chg="mod">
          <ac:chgData name="HO Po Wa" userId="S::pwhoae@connect.ust.hk::117daab9-5a54-490c-9316-91f44428aa12" providerId="AD" clId="Web-{C649777B-C089-0040-35EA-F568F7F48CCC}" dt="2024-11-14T10:22:08.157" v="47" actId="20577"/>
          <ac:spMkLst>
            <pc:docMk/>
            <pc:sldMk cId="342112726" sldId="258"/>
            <ac:spMk id="2" creationId="{B1DBBDBF-08ED-B52A-142F-7D6F47EEFB49}"/>
          </ac:spMkLst>
        </pc:spChg>
        <pc:spChg chg="mod">
          <ac:chgData name="HO Po Wa" userId="S::pwhoae@connect.ust.hk::117daab9-5a54-490c-9316-91f44428aa12" providerId="AD" clId="Web-{C649777B-C089-0040-35EA-F568F7F48CCC}" dt="2024-11-14T10:20:04.137" v="35" actId="20577"/>
          <ac:spMkLst>
            <pc:docMk/>
            <pc:sldMk cId="342112726" sldId="258"/>
            <ac:spMk id="3" creationId="{6BCA6936-B5A1-4D92-86FA-085629A8BF6F}"/>
          </ac:spMkLst>
        </pc:spChg>
      </pc:sldChg>
      <pc:sldChg chg="modSp add replId">
        <pc:chgData name="HO Po Wa" userId="S::pwhoae@connect.ust.hk::117daab9-5a54-490c-9316-91f44428aa12" providerId="AD" clId="Web-{C649777B-C089-0040-35EA-F568F7F48CCC}" dt="2024-11-14T10:23:13.050" v="59" actId="20577"/>
        <pc:sldMkLst>
          <pc:docMk/>
          <pc:sldMk cId="3076566839" sldId="259"/>
        </pc:sldMkLst>
        <pc:spChg chg="mod">
          <ac:chgData name="HO Po Wa" userId="S::pwhoae@connect.ust.hk::117daab9-5a54-490c-9316-91f44428aa12" providerId="AD" clId="Web-{C649777B-C089-0040-35EA-F568F7F48CCC}" dt="2024-11-14T10:23:00.502" v="57" actId="20577"/>
          <ac:spMkLst>
            <pc:docMk/>
            <pc:sldMk cId="3076566839" sldId="259"/>
            <ac:spMk id="2" creationId="{B1DBBDBF-08ED-B52A-142F-7D6F47EEFB49}"/>
          </ac:spMkLst>
        </pc:spChg>
        <pc:spChg chg="mod">
          <ac:chgData name="HO Po Wa" userId="S::pwhoae@connect.ust.hk::117daab9-5a54-490c-9316-91f44428aa12" providerId="AD" clId="Web-{C649777B-C089-0040-35EA-F568F7F48CCC}" dt="2024-11-14T10:23:13.050" v="59" actId="20577"/>
          <ac:spMkLst>
            <pc:docMk/>
            <pc:sldMk cId="3076566839" sldId="259"/>
            <ac:spMk id="3" creationId="{6BCA6936-B5A1-4D92-86FA-085629A8BF6F}"/>
          </ac:spMkLst>
        </pc:spChg>
      </pc:sldChg>
      <pc:sldChg chg="addSp delSp modSp add replId">
        <pc:chgData name="HO Po Wa" userId="S::pwhoae@connect.ust.hk::117daab9-5a54-490c-9316-91f44428aa12" providerId="AD" clId="Web-{C649777B-C089-0040-35EA-F568F7F48CCC}" dt="2024-11-14T10:22:53.596" v="56" actId="20577"/>
        <pc:sldMkLst>
          <pc:docMk/>
          <pc:sldMk cId="1243464244" sldId="260"/>
        </pc:sldMkLst>
        <pc:spChg chg="mod">
          <ac:chgData name="HO Po Wa" userId="S::pwhoae@connect.ust.hk::117daab9-5a54-490c-9316-91f44428aa12" providerId="AD" clId="Web-{C649777B-C089-0040-35EA-F568F7F48CCC}" dt="2024-11-14T10:22:41.111" v="54" actId="20577"/>
          <ac:spMkLst>
            <pc:docMk/>
            <pc:sldMk cId="1243464244" sldId="260"/>
            <ac:spMk id="2" creationId="{B4A09670-E168-00AF-BFAA-41E353C097C8}"/>
          </ac:spMkLst>
        </pc:spChg>
        <pc:spChg chg="mod">
          <ac:chgData name="HO Po Wa" userId="S::pwhoae@connect.ust.hk::117daab9-5a54-490c-9316-91f44428aa12" providerId="AD" clId="Web-{C649777B-C089-0040-35EA-F568F7F48CCC}" dt="2024-11-14T10:22:53.596" v="56" actId="20577"/>
          <ac:spMkLst>
            <pc:docMk/>
            <pc:sldMk cId="1243464244" sldId="260"/>
            <ac:spMk id="3" creationId="{A7E773FA-ADA7-625E-AF23-27AABDBB4B82}"/>
          </ac:spMkLst>
        </pc:spChg>
        <pc:spChg chg="add del mod">
          <ac:chgData name="HO Po Wa" userId="S::pwhoae@connect.ust.hk::117daab9-5a54-490c-9316-91f44428aa12" providerId="AD" clId="Web-{C649777B-C089-0040-35EA-F568F7F48CCC}" dt="2024-11-14T10:22:12.516" v="51"/>
          <ac:spMkLst>
            <pc:docMk/>
            <pc:sldMk cId="1243464244" sldId="260"/>
            <ac:spMk id="4" creationId="{60E0109C-703E-DE0B-B9AE-94A8ACAEED6C}"/>
          </ac:spMkLst>
        </pc:spChg>
      </pc:sldChg>
      <pc:sldChg chg="modSp add replId">
        <pc:chgData name="HO Po Wa" userId="S::pwhoae@connect.ust.hk::117daab9-5a54-490c-9316-91f44428aa12" providerId="AD" clId="Web-{C649777B-C089-0040-35EA-F568F7F48CCC}" dt="2024-11-14T10:24:16.927" v="68" actId="20577"/>
        <pc:sldMkLst>
          <pc:docMk/>
          <pc:sldMk cId="2003618278" sldId="261"/>
        </pc:sldMkLst>
        <pc:spChg chg="mod">
          <ac:chgData name="HO Po Wa" userId="S::pwhoae@connect.ust.hk::117daab9-5a54-490c-9316-91f44428aa12" providerId="AD" clId="Web-{C649777B-C089-0040-35EA-F568F7F48CCC}" dt="2024-11-14T10:24:04.614" v="66" actId="20577"/>
          <ac:spMkLst>
            <pc:docMk/>
            <pc:sldMk cId="2003618278" sldId="261"/>
            <ac:spMk id="2" creationId="{B1DBBDBF-08ED-B52A-142F-7D6F47EEFB49}"/>
          </ac:spMkLst>
        </pc:spChg>
        <pc:spChg chg="mod">
          <ac:chgData name="HO Po Wa" userId="S::pwhoae@connect.ust.hk::117daab9-5a54-490c-9316-91f44428aa12" providerId="AD" clId="Web-{C649777B-C089-0040-35EA-F568F7F48CCC}" dt="2024-11-14T10:24:16.927" v="68" actId="20577"/>
          <ac:spMkLst>
            <pc:docMk/>
            <pc:sldMk cId="2003618278" sldId="261"/>
            <ac:spMk id="3" creationId="{6BCA6936-B5A1-4D92-86FA-085629A8BF6F}"/>
          </ac:spMkLst>
        </pc:spChg>
      </pc:sldChg>
      <pc:sldChg chg="modSp add replId">
        <pc:chgData name="HO Po Wa" userId="S::pwhoae@connect.ust.hk::117daab9-5a54-490c-9316-91f44428aa12" providerId="AD" clId="Web-{C649777B-C089-0040-35EA-F568F7F48CCC}" dt="2024-11-14T10:23:29.409" v="62" actId="20577"/>
        <pc:sldMkLst>
          <pc:docMk/>
          <pc:sldMk cId="736772894" sldId="262"/>
        </pc:sldMkLst>
        <pc:spChg chg="mod">
          <ac:chgData name="HO Po Wa" userId="S::pwhoae@connect.ust.hk::117daab9-5a54-490c-9316-91f44428aa12" providerId="AD" clId="Web-{C649777B-C089-0040-35EA-F568F7F48CCC}" dt="2024-11-14T10:23:18.284" v="60" actId="20577"/>
          <ac:spMkLst>
            <pc:docMk/>
            <pc:sldMk cId="736772894" sldId="262"/>
            <ac:spMk id="2" creationId="{B4A09670-E168-00AF-BFAA-41E353C097C8}"/>
          </ac:spMkLst>
        </pc:spChg>
        <pc:spChg chg="mod">
          <ac:chgData name="HO Po Wa" userId="S::pwhoae@connect.ust.hk::117daab9-5a54-490c-9316-91f44428aa12" providerId="AD" clId="Web-{C649777B-C089-0040-35EA-F568F7F48CCC}" dt="2024-11-14T10:23:29.409" v="62" actId="20577"/>
          <ac:spMkLst>
            <pc:docMk/>
            <pc:sldMk cId="736772894" sldId="262"/>
            <ac:spMk id="3" creationId="{A7E773FA-ADA7-625E-AF23-27AABDBB4B82}"/>
          </ac:spMkLst>
        </pc:spChg>
      </pc:sldChg>
      <pc:sldChg chg="add replId">
        <pc:chgData name="HO Po Wa" userId="S::pwhoae@connect.ust.hk::117daab9-5a54-490c-9316-91f44428aa12" providerId="AD" clId="Web-{C649777B-C089-0040-35EA-F568F7F48CCC}" dt="2024-11-14T10:17:45.335" v="6"/>
        <pc:sldMkLst>
          <pc:docMk/>
          <pc:sldMk cId="1017651049" sldId="263"/>
        </pc:sldMkLst>
      </pc:sldChg>
      <pc:sldChg chg="modSp add replId">
        <pc:chgData name="HO Po Wa" userId="S::pwhoae@connect.ust.hk::117daab9-5a54-490c-9316-91f44428aa12" providerId="AD" clId="Web-{C649777B-C089-0040-35EA-F568F7F48CCC}" dt="2024-11-14T10:25:20.460" v="75" actId="20577"/>
        <pc:sldMkLst>
          <pc:docMk/>
          <pc:sldMk cId="3680243739" sldId="264"/>
        </pc:sldMkLst>
        <pc:spChg chg="mod">
          <ac:chgData name="HO Po Wa" userId="S::pwhoae@connect.ust.hk::117daab9-5a54-490c-9316-91f44428aa12" providerId="AD" clId="Web-{C649777B-C089-0040-35EA-F568F7F48CCC}" dt="2024-11-14T10:24:21.943" v="69" actId="20577"/>
          <ac:spMkLst>
            <pc:docMk/>
            <pc:sldMk cId="3680243739" sldId="264"/>
            <ac:spMk id="2" creationId="{B4A09670-E168-00AF-BFAA-41E353C097C8}"/>
          </ac:spMkLst>
        </pc:spChg>
        <pc:spChg chg="mod">
          <ac:chgData name="HO Po Wa" userId="S::pwhoae@connect.ust.hk::117daab9-5a54-490c-9316-91f44428aa12" providerId="AD" clId="Web-{C649777B-C089-0040-35EA-F568F7F48CCC}" dt="2024-11-14T10:25:20.460" v="75" actId="20577"/>
          <ac:spMkLst>
            <pc:docMk/>
            <pc:sldMk cId="3680243739" sldId="264"/>
            <ac:spMk id="3" creationId="{A7E773FA-ADA7-625E-AF23-27AABDBB4B82}"/>
          </ac:spMkLst>
        </pc:spChg>
      </pc:sldChg>
      <pc:sldChg chg="add replId">
        <pc:chgData name="HO Po Wa" userId="S::pwhoae@connect.ust.hk::117daab9-5a54-490c-9316-91f44428aa12" providerId="AD" clId="Web-{C649777B-C089-0040-35EA-F568F7F48CCC}" dt="2024-11-14T10:17:45.851" v="8"/>
        <pc:sldMkLst>
          <pc:docMk/>
          <pc:sldMk cId="68891599" sldId="265"/>
        </pc:sldMkLst>
      </pc:sldChg>
      <pc:sldChg chg="modSp add ord replId">
        <pc:chgData name="HO Po Wa" userId="S::pwhoae@connect.ust.hk::117daab9-5a54-490c-9316-91f44428aa12" providerId="AD" clId="Web-{C649777B-C089-0040-35EA-F568F7F48CCC}" dt="2024-11-14T10:20:32.263" v="39" actId="20577"/>
        <pc:sldMkLst>
          <pc:docMk/>
          <pc:sldMk cId="3437881546" sldId="266"/>
        </pc:sldMkLst>
        <pc:spChg chg="mod">
          <ac:chgData name="HO Po Wa" userId="S::pwhoae@connect.ust.hk::117daab9-5a54-490c-9316-91f44428aa12" providerId="AD" clId="Web-{C649777B-C089-0040-35EA-F568F7F48CCC}" dt="2024-11-14T10:20:32.263" v="39" actId="20577"/>
          <ac:spMkLst>
            <pc:docMk/>
            <pc:sldMk cId="3437881546" sldId="266"/>
            <ac:spMk id="2" creationId="{B4A09670-E168-00AF-BFAA-41E353C097C8}"/>
          </ac:spMkLst>
        </pc:spChg>
        <pc:spChg chg="mod">
          <ac:chgData name="HO Po Wa" userId="S::pwhoae@connect.ust.hk::117daab9-5a54-490c-9316-91f44428aa12" providerId="AD" clId="Web-{C649777B-C089-0040-35EA-F568F7F48CCC}" dt="2024-11-14T10:18:28.321" v="18" actId="20577"/>
          <ac:spMkLst>
            <pc:docMk/>
            <pc:sldMk cId="3437881546" sldId="266"/>
            <ac:spMk id="3" creationId="{A7E773FA-ADA7-625E-AF23-27AABDBB4B82}"/>
          </ac:spMkLst>
        </pc:spChg>
      </pc:sldChg>
    </pc:docChg>
  </pc:docChgLst>
  <pc:docChgLst>
    <pc:chgData name="HO Po Wa" userId="S::pwhoae@connect.ust.hk::117daab9-5a54-490c-9316-91f44428aa12" providerId="AD" clId="Web-{A7C926BF-745E-59A7-720A-1E02B378C60C}"/>
    <pc:docChg chg="modSld">
      <pc:chgData name="HO Po Wa" userId="S::pwhoae@connect.ust.hk::117daab9-5a54-490c-9316-91f44428aa12" providerId="AD" clId="Web-{A7C926BF-745E-59A7-720A-1E02B378C60C}" dt="2024-11-14T16:53:45.321" v="9"/>
      <pc:docMkLst>
        <pc:docMk/>
      </pc:docMkLst>
      <pc:sldChg chg="addSp delSp modSp mod setBg">
        <pc:chgData name="HO Po Wa" userId="S::pwhoae@connect.ust.hk::117daab9-5a54-490c-9316-91f44428aa12" providerId="AD" clId="Web-{A7C926BF-745E-59A7-720A-1E02B378C60C}" dt="2024-11-14T16:53:45.321" v="9"/>
        <pc:sldMkLst>
          <pc:docMk/>
          <pc:sldMk cId="3998849745" sldId="257"/>
        </pc:sldMkLst>
        <pc:spChg chg="mod">
          <ac:chgData name="HO Po Wa" userId="S::pwhoae@connect.ust.hk::117daab9-5a54-490c-9316-91f44428aa12" providerId="AD" clId="Web-{A7C926BF-745E-59A7-720A-1E02B378C60C}" dt="2024-11-14T16:53:45.321" v="9"/>
          <ac:spMkLst>
            <pc:docMk/>
            <pc:sldMk cId="3998849745" sldId="257"/>
            <ac:spMk id="2" creationId="{B4A09670-E168-00AF-BFAA-41E353C097C8}"/>
          </ac:spMkLst>
        </pc:spChg>
        <pc:spChg chg="del">
          <ac:chgData name="HO Po Wa" userId="S::pwhoae@connect.ust.hk::117daab9-5a54-490c-9316-91f44428aa12" providerId="AD" clId="Web-{A7C926BF-745E-59A7-720A-1E02B378C60C}" dt="2024-11-14T16:53:45.321" v="9"/>
          <ac:spMkLst>
            <pc:docMk/>
            <pc:sldMk cId="3998849745" sldId="257"/>
            <ac:spMk id="3" creationId="{A7E773FA-ADA7-625E-AF23-27AABDBB4B82}"/>
          </ac:spMkLst>
        </pc:spChg>
        <pc:spChg chg="add">
          <ac:chgData name="HO Po Wa" userId="S::pwhoae@connect.ust.hk::117daab9-5a54-490c-9316-91f44428aa12" providerId="AD" clId="Web-{A7C926BF-745E-59A7-720A-1E02B378C60C}" dt="2024-11-14T16:53:45.321" v="9"/>
          <ac:spMkLst>
            <pc:docMk/>
            <pc:sldMk cId="3998849745" sldId="257"/>
            <ac:spMk id="9" creationId="{BACC6370-2D7E-4714-9D71-7542949D7D5D}"/>
          </ac:spMkLst>
        </pc:spChg>
        <pc:spChg chg="add">
          <ac:chgData name="HO Po Wa" userId="S::pwhoae@connect.ust.hk::117daab9-5a54-490c-9316-91f44428aa12" providerId="AD" clId="Web-{A7C926BF-745E-59A7-720A-1E02B378C60C}" dt="2024-11-14T16:53:45.321" v="9"/>
          <ac:spMkLst>
            <pc:docMk/>
            <pc:sldMk cId="3998849745" sldId="257"/>
            <ac:spMk id="11" creationId="{F68B3F68-107C-434F-AA38-110D5EA91B85}"/>
          </ac:spMkLst>
        </pc:spChg>
        <pc:spChg chg="add">
          <ac:chgData name="HO Po Wa" userId="S::pwhoae@connect.ust.hk::117daab9-5a54-490c-9316-91f44428aa12" providerId="AD" clId="Web-{A7C926BF-745E-59A7-720A-1E02B378C60C}" dt="2024-11-14T16:53:45.321" v="9"/>
          <ac:spMkLst>
            <pc:docMk/>
            <pc:sldMk cId="3998849745" sldId="257"/>
            <ac:spMk id="13" creationId="{AAD0DBB9-1A4B-4391-81D4-CB19F9AB918A}"/>
          </ac:spMkLst>
        </pc:spChg>
        <pc:spChg chg="add">
          <ac:chgData name="HO Po Wa" userId="S::pwhoae@connect.ust.hk::117daab9-5a54-490c-9316-91f44428aa12" providerId="AD" clId="Web-{A7C926BF-745E-59A7-720A-1E02B378C60C}" dt="2024-11-14T16:53:45.321" v="9"/>
          <ac:spMkLst>
            <pc:docMk/>
            <pc:sldMk cId="3998849745" sldId="257"/>
            <ac:spMk id="15" creationId="{063BBA22-50EA-4C4D-BE05-F1CE4E63AA56}"/>
          </ac:spMkLst>
        </pc:spChg>
        <pc:graphicFrameChg chg="add">
          <ac:chgData name="HO Po Wa" userId="S::pwhoae@connect.ust.hk::117daab9-5a54-490c-9316-91f44428aa12" providerId="AD" clId="Web-{A7C926BF-745E-59A7-720A-1E02B378C60C}" dt="2024-11-14T16:53:45.321" v="9"/>
          <ac:graphicFrameMkLst>
            <pc:docMk/>
            <pc:sldMk cId="3998849745" sldId="257"/>
            <ac:graphicFrameMk id="5" creationId="{52CB1604-34B5-E97A-2E5C-543B83F92E6D}"/>
          </ac:graphicFrameMkLst>
        </pc:graphicFrameChg>
      </pc:sldChg>
      <pc:sldChg chg="modSp">
        <pc:chgData name="HO Po Wa" userId="S::pwhoae@connect.ust.hk::117daab9-5a54-490c-9316-91f44428aa12" providerId="AD" clId="Web-{A7C926BF-745E-59A7-720A-1E02B378C60C}" dt="2024-11-14T16:53:19.242" v="5" actId="20577"/>
        <pc:sldMkLst>
          <pc:docMk/>
          <pc:sldMk cId="1017651049" sldId="263"/>
        </pc:sldMkLst>
        <pc:spChg chg="mod">
          <ac:chgData name="HO Po Wa" userId="S::pwhoae@connect.ust.hk::117daab9-5a54-490c-9316-91f44428aa12" providerId="AD" clId="Web-{A7C926BF-745E-59A7-720A-1E02B378C60C}" dt="2024-11-14T16:53:19.242" v="5" actId="20577"/>
          <ac:spMkLst>
            <pc:docMk/>
            <pc:sldMk cId="1017651049" sldId="263"/>
            <ac:spMk id="3" creationId="{6BCA6936-B5A1-4D92-86FA-085629A8BF6F}"/>
          </ac:spMkLst>
        </pc:spChg>
      </pc:sldChg>
      <pc:sldChg chg="modSp">
        <pc:chgData name="HO Po Wa" userId="S::pwhoae@connect.ust.hk::117daab9-5a54-490c-9316-91f44428aa12" providerId="AD" clId="Web-{A7C926BF-745E-59A7-720A-1E02B378C60C}" dt="2024-11-14T16:53:36.618" v="8" actId="20577"/>
        <pc:sldMkLst>
          <pc:docMk/>
          <pc:sldMk cId="3437881546" sldId="266"/>
        </pc:sldMkLst>
        <pc:spChg chg="mod">
          <ac:chgData name="HO Po Wa" userId="S::pwhoae@connect.ust.hk::117daab9-5a54-490c-9316-91f44428aa12" providerId="AD" clId="Web-{A7C926BF-745E-59A7-720A-1E02B378C60C}" dt="2024-11-14T16:53:36.618" v="8" actId="20577"/>
          <ac:spMkLst>
            <pc:docMk/>
            <pc:sldMk cId="3437881546" sldId="266"/>
            <ac:spMk id="3" creationId="{A7E773FA-ADA7-625E-AF23-27AABDBB4B82}"/>
          </ac:spMkLst>
        </pc:spChg>
      </pc:sldChg>
    </pc:docChg>
  </pc:docChgLst>
  <pc:docChgLst>
    <pc:chgData name="HO Po Wa" userId="S::pwhoae@connect.ust.hk::117daab9-5a54-490c-9316-91f44428aa12" providerId="AD" clId="Web-{E81EF798-D121-AB0F-11A6-BBE7DEBEFBDE}"/>
    <pc:docChg chg="modSld">
      <pc:chgData name="HO Po Wa" userId="S::pwhoae@connect.ust.hk::117daab9-5a54-490c-9316-91f44428aa12" providerId="AD" clId="Web-{E81EF798-D121-AB0F-11A6-BBE7DEBEFBDE}" dt="2024-11-17T16:52:28.987" v="201"/>
      <pc:docMkLst>
        <pc:docMk/>
      </pc:docMkLst>
      <pc:sldChg chg="addSp delSp modSp">
        <pc:chgData name="HO Po Wa" userId="S::pwhoae@connect.ust.hk::117daab9-5a54-490c-9316-91f44428aa12" providerId="AD" clId="Web-{E81EF798-D121-AB0F-11A6-BBE7DEBEFBDE}" dt="2024-11-17T16:38:55.918" v="140"/>
        <pc:sldMkLst>
          <pc:docMk/>
          <pc:sldMk cId="3998849745" sldId="257"/>
        </pc:sldMkLst>
        <pc:spChg chg="add del mod">
          <ac:chgData name="HO Po Wa" userId="S::pwhoae@connect.ust.hk::117daab9-5a54-490c-9316-91f44428aa12" providerId="AD" clId="Web-{E81EF798-D121-AB0F-11A6-BBE7DEBEFBDE}" dt="2024-11-17T16:36:03.308" v="120"/>
          <ac:spMkLst>
            <pc:docMk/>
            <pc:sldMk cId="3998849745" sldId="257"/>
            <ac:spMk id="403" creationId="{6C0F5972-D840-471C-71ED-0294DF3F19EF}"/>
          </ac:spMkLst>
        </pc:spChg>
        <pc:spChg chg="add del mod">
          <ac:chgData name="HO Po Wa" userId="S::pwhoae@connect.ust.hk::117daab9-5a54-490c-9316-91f44428aa12" providerId="AD" clId="Web-{E81EF798-D121-AB0F-11A6-BBE7DEBEFBDE}" dt="2024-11-17T16:36:41.105" v="124"/>
          <ac:spMkLst>
            <pc:docMk/>
            <pc:sldMk cId="3998849745" sldId="257"/>
            <ac:spMk id="418" creationId="{E83AB45E-25A6-E83B-9E86-781BC59DC1CC}"/>
          </ac:spMkLst>
        </pc:spChg>
        <pc:graphicFrameChg chg="add del modGraphic">
          <ac:chgData name="HO Po Wa" userId="S::pwhoae@connect.ust.hk::117daab9-5a54-490c-9316-91f44428aa12" providerId="AD" clId="Web-{E81EF798-D121-AB0F-11A6-BBE7DEBEFBDE}" dt="2024-11-17T16:36:16.995" v="121"/>
          <ac:graphicFrameMkLst>
            <pc:docMk/>
            <pc:sldMk cId="3998849745" sldId="257"/>
            <ac:graphicFrameMk id="5" creationId="{52CB1604-34B5-E97A-2E5C-543B83F92E6D}"/>
          </ac:graphicFrameMkLst>
        </pc:graphicFrameChg>
        <pc:graphicFrameChg chg="add mod modGraphic">
          <ac:chgData name="HO Po Wa" userId="S::pwhoae@connect.ust.hk::117daab9-5a54-490c-9316-91f44428aa12" providerId="AD" clId="Web-{E81EF798-D121-AB0F-11A6-BBE7DEBEFBDE}" dt="2024-11-17T16:38:55.918" v="140"/>
          <ac:graphicFrameMkLst>
            <pc:docMk/>
            <pc:sldMk cId="3998849745" sldId="257"/>
            <ac:graphicFrameMk id="420" creationId="{DCDBD897-76AC-32BF-6E63-B4DF162C5A30}"/>
          </ac:graphicFrameMkLst>
        </pc:graphicFrameChg>
      </pc:sldChg>
      <pc:sldChg chg="addSp delSp modSp">
        <pc:chgData name="HO Po Wa" userId="S::pwhoae@connect.ust.hk::117daab9-5a54-490c-9316-91f44428aa12" providerId="AD" clId="Web-{E81EF798-D121-AB0F-11A6-BBE7DEBEFBDE}" dt="2024-11-17T16:42:02.953" v="167" actId="20577"/>
        <pc:sldMkLst>
          <pc:docMk/>
          <pc:sldMk cId="342112726" sldId="258"/>
        </pc:sldMkLst>
        <pc:spChg chg="del mod">
          <ac:chgData name="HO Po Wa" userId="S::pwhoae@connect.ust.hk::117daab9-5a54-490c-9316-91f44428aa12" providerId="AD" clId="Web-{E81EF798-D121-AB0F-11A6-BBE7DEBEFBDE}" dt="2024-11-17T16:40:23.749" v="142"/>
          <ac:spMkLst>
            <pc:docMk/>
            <pc:sldMk cId="342112726" sldId="258"/>
            <ac:spMk id="3" creationId="{6BCA6936-B5A1-4D92-86FA-085629A8BF6F}"/>
          </ac:spMkLst>
        </pc:spChg>
        <pc:spChg chg="add del mod">
          <ac:chgData name="HO Po Wa" userId="S::pwhoae@connect.ust.hk::117daab9-5a54-490c-9316-91f44428aa12" providerId="AD" clId="Web-{E81EF798-D121-AB0F-11A6-BBE7DEBEFBDE}" dt="2024-11-17T16:41:10.312" v="153"/>
          <ac:spMkLst>
            <pc:docMk/>
            <pc:sldMk cId="342112726" sldId="258"/>
            <ac:spMk id="7" creationId="{A5F3D9D6-E218-AB95-5AA6-E219D572D047}"/>
          </ac:spMkLst>
        </pc:spChg>
        <pc:spChg chg="add del">
          <ac:chgData name="HO Po Wa" userId="S::pwhoae@connect.ust.hk::117daab9-5a54-490c-9316-91f44428aa12" providerId="AD" clId="Web-{E81EF798-D121-AB0F-11A6-BBE7DEBEFBDE}" dt="2024-11-17T16:41:07.093" v="152"/>
          <ac:spMkLst>
            <pc:docMk/>
            <pc:sldMk cId="342112726" sldId="258"/>
            <ac:spMk id="8" creationId="{A429792A-EC77-CCD7-F52C-765700B21329}"/>
          </ac:spMkLst>
        </pc:spChg>
        <pc:spChg chg="add mod">
          <ac:chgData name="HO Po Wa" userId="S::pwhoae@connect.ust.hk::117daab9-5a54-490c-9316-91f44428aa12" providerId="AD" clId="Web-{E81EF798-D121-AB0F-11A6-BBE7DEBEFBDE}" dt="2024-11-17T16:42:02.953" v="167" actId="20577"/>
          <ac:spMkLst>
            <pc:docMk/>
            <pc:sldMk cId="342112726" sldId="258"/>
            <ac:spMk id="9" creationId="{E360DD83-0E07-83D0-00C7-1537BC3A2B33}"/>
          </ac:spMkLst>
        </pc:spChg>
        <pc:spChg chg="add mod">
          <ac:chgData name="HO Po Wa" userId="S::pwhoae@connect.ust.hk::117daab9-5a54-490c-9316-91f44428aa12" providerId="AD" clId="Web-{E81EF798-D121-AB0F-11A6-BBE7DEBEFBDE}" dt="2024-11-17T16:41:32.249" v="162" actId="1076"/>
          <ac:spMkLst>
            <pc:docMk/>
            <pc:sldMk cId="342112726" sldId="258"/>
            <ac:spMk id="10" creationId="{D84EE0A0-7290-E30F-6EB0-5C15C6ECCA43}"/>
          </ac:spMkLst>
        </pc:spChg>
        <pc:spChg chg="add mod">
          <ac:chgData name="HO Po Wa" userId="S::pwhoae@connect.ust.hk::117daab9-5a54-490c-9316-91f44428aa12" providerId="AD" clId="Web-{E81EF798-D121-AB0F-11A6-BBE7DEBEFBDE}" dt="2024-11-17T16:41:34.578" v="164" actId="1076"/>
          <ac:spMkLst>
            <pc:docMk/>
            <pc:sldMk cId="342112726" sldId="258"/>
            <ac:spMk id="11" creationId="{DDAE408B-7C26-AC39-DA14-BC92ABE0746F}"/>
          </ac:spMkLst>
        </pc:spChg>
        <pc:picChg chg="mod">
          <ac:chgData name="HO Po Wa" userId="S::pwhoae@connect.ust.hk::117daab9-5a54-490c-9316-91f44428aa12" providerId="AD" clId="Web-{E81EF798-D121-AB0F-11A6-BBE7DEBEFBDE}" dt="2024-11-17T16:40:42.187" v="145" actId="1076"/>
          <ac:picMkLst>
            <pc:docMk/>
            <pc:sldMk cId="342112726" sldId="258"/>
            <ac:picMk id="4" creationId="{F2FE3BA4-2748-8DD8-A8D9-716E0C3F1442}"/>
          </ac:picMkLst>
        </pc:picChg>
        <pc:picChg chg="mod">
          <ac:chgData name="HO Po Wa" userId="S::pwhoae@connect.ust.hk::117daab9-5a54-490c-9316-91f44428aa12" providerId="AD" clId="Web-{E81EF798-D121-AB0F-11A6-BBE7DEBEFBDE}" dt="2024-11-17T16:40:40.124" v="144" actId="1076"/>
          <ac:picMkLst>
            <pc:docMk/>
            <pc:sldMk cId="342112726" sldId="258"/>
            <ac:picMk id="5" creationId="{96D2AA31-F146-A36E-9B1D-B018DFDE7773}"/>
          </ac:picMkLst>
        </pc:picChg>
        <pc:picChg chg="add mod ord">
          <ac:chgData name="HO Po Wa" userId="S::pwhoae@connect.ust.hk::117daab9-5a54-490c-9316-91f44428aa12" providerId="AD" clId="Web-{E81EF798-D121-AB0F-11A6-BBE7DEBEFBDE}" dt="2024-11-17T16:40:38.812" v="143" actId="1076"/>
          <ac:picMkLst>
            <pc:docMk/>
            <pc:sldMk cId="342112726" sldId="258"/>
            <ac:picMk id="6" creationId="{49B0C823-72F9-3F4F-98F5-AEA7F1C3AB8D}"/>
          </ac:picMkLst>
        </pc:picChg>
      </pc:sldChg>
      <pc:sldChg chg="addSp delSp modSp mod setBg">
        <pc:chgData name="HO Po Wa" userId="S::pwhoae@connect.ust.hk::117daab9-5a54-490c-9316-91f44428aa12" providerId="AD" clId="Web-{E81EF798-D121-AB0F-11A6-BBE7DEBEFBDE}" dt="2024-11-17T16:49:29.033" v="184" actId="1076"/>
        <pc:sldMkLst>
          <pc:docMk/>
          <pc:sldMk cId="3076566839" sldId="259"/>
        </pc:sldMkLst>
        <pc:spChg chg="mod">
          <ac:chgData name="HO Po Wa" userId="S::pwhoae@connect.ust.hk::117daab9-5a54-490c-9316-91f44428aa12" providerId="AD" clId="Web-{E81EF798-D121-AB0F-11A6-BBE7DEBEFBDE}" dt="2024-11-17T16:49:14.486" v="181"/>
          <ac:spMkLst>
            <pc:docMk/>
            <pc:sldMk cId="3076566839" sldId="259"/>
            <ac:spMk id="2" creationId="{B1DBBDBF-08ED-B52A-142F-7D6F47EEFB49}"/>
          </ac:spMkLst>
        </pc:spChg>
        <pc:spChg chg="del mod">
          <ac:chgData name="HO Po Wa" userId="S::pwhoae@connect.ust.hk::117daab9-5a54-490c-9316-91f44428aa12" providerId="AD" clId="Web-{E81EF798-D121-AB0F-11A6-BBE7DEBEFBDE}" dt="2024-11-17T16:48:57.595" v="179"/>
          <ac:spMkLst>
            <pc:docMk/>
            <pc:sldMk cId="3076566839" sldId="259"/>
            <ac:spMk id="3" creationId="{6BCA6936-B5A1-4D92-86FA-085629A8BF6F}"/>
          </ac:spMkLst>
        </pc:spChg>
        <pc:spChg chg="add del mod">
          <ac:chgData name="HO Po Wa" userId="S::pwhoae@connect.ust.hk::117daab9-5a54-490c-9316-91f44428aa12" providerId="AD" clId="Web-{E81EF798-D121-AB0F-11A6-BBE7DEBEFBDE}" dt="2024-11-17T16:49:03.626" v="180"/>
          <ac:spMkLst>
            <pc:docMk/>
            <pc:sldMk cId="3076566839" sldId="259"/>
            <ac:spMk id="5" creationId="{6444F227-18BD-3CC4-1A8A-46F07EF2A12E}"/>
          </ac:spMkLst>
        </pc:spChg>
        <pc:spChg chg="add">
          <ac:chgData name="HO Po Wa" userId="S::pwhoae@connect.ust.hk::117daab9-5a54-490c-9316-91f44428aa12" providerId="AD" clId="Web-{E81EF798-D121-AB0F-11A6-BBE7DEBEFBDE}" dt="2024-11-17T16:49:14.486" v="181"/>
          <ac:spMkLst>
            <pc:docMk/>
            <pc:sldMk cId="3076566839" sldId="259"/>
            <ac:spMk id="11" creationId="{D4771268-CB57-404A-9271-370EB28F6090}"/>
          </ac:spMkLst>
        </pc:spChg>
        <pc:picChg chg="add mod ord">
          <ac:chgData name="HO Po Wa" userId="S::pwhoae@connect.ust.hk::117daab9-5a54-490c-9316-91f44428aa12" providerId="AD" clId="Web-{E81EF798-D121-AB0F-11A6-BBE7DEBEFBDE}" dt="2024-11-17T16:49:29.033" v="184" actId="1076"/>
          <ac:picMkLst>
            <pc:docMk/>
            <pc:sldMk cId="3076566839" sldId="259"/>
            <ac:picMk id="6" creationId="{245D0AFE-F4F8-D95E-1C97-D2D1F37C2F3C}"/>
          </ac:picMkLst>
        </pc:picChg>
      </pc:sldChg>
      <pc:sldChg chg="addSp delSp modSp mod setBg">
        <pc:chgData name="HO Po Wa" userId="S::pwhoae@connect.ust.hk::117daab9-5a54-490c-9316-91f44428aa12" providerId="AD" clId="Web-{E81EF798-D121-AB0F-11A6-BBE7DEBEFBDE}" dt="2024-11-17T16:52:28.987" v="201"/>
        <pc:sldMkLst>
          <pc:docMk/>
          <pc:sldMk cId="2003618278" sldId="261"/>
        </pc:sldMkLst>
        <pc:spChg chg="mod">
          <ac:chgData name="HO Po Wa" userId="S::pwhoae@connect.ust.hk::117daab9-5a54-490c-9316-91f44428aa12" providerId="AD" clId="Web-{E81EF798-D121-AB0F-11A6-BBE7DEBEFBDE}" dt="2024-11-17T16:52:28.987" v="201"/>
          <ac:spMkLst>
            <pc:docMk/>
            <pc:sldMk cId="2003618278" sldId="261"/>
            <ac:spMk id="2" creationId="{B1DBBDBF-08ED-B52A-142F-7D6F47EEFB49}"/>
          </ac:spMkLst>
        </pc:spChg>
        <pc:spChg chg="mod">
          <ac:chgData name="HO Po Wa" userId="S::pwhoae@connect.ust.hk::117daab9-5a54-490c-9316-91f44428aa12" providerId="AD" clId="Web-{E81EF798-D121-AB0F-11A6-BBE7DEBEFBDE}" dt="2024-11-17T16:52:28.987" v="201"/>
          <ac:spMkLst>
            <pc:docMk/>
            <pc:sldMk cId="2003618278" sldId="261"/>
            <ac:spMk id="3" creationId="{6BCA6936-B5A1-4D92-86FA-085629A8BF6F}"/>
          </ac:spMkLst>
        </pc:spChg>
        <pc:spChg chg="add">
          <ac:chgData name="HO Po Wa" userId="S::pwhoae@connect.ust.hk::117daab9-5a54-490c-9316-91f44428aa12" providerId="AD" clId="Web-{E81EF798-D121-AB0F-11A6-BBE7DEBEFBDE}" dt="2024-11-17T16:52:28.987" v="201"/>
          <ac:spMkLst>
            <pc:docMk/>
            <pc:sldMk cId="2003618278" sldId="261"/>
            <ac:spMk id="10" creationId="{4AC6B390-BC59-4F1D-A0EE-D71A92F0A0B2}"/>
          </ac:spMkLst>
        </pc:spChg>
        <pc:spChg chg="add">
          <ac:chgData name="HO Po Wa" userId="S::pwhoae@connect.ust.hk::117daab9-5a54-490c-9316-91f44428aa12" providerId="AD" clId="Web-{E81EF798-D121-AB0F-11A6-BBE7DEBEFBDE}" dt="2024-11-17T16:52:28.987" v="201"/>
          <ac:spMkLst>
            <pc:docMk/>
            <pc:sldMk cId="2003618278" sldId="261"/>
            <ac:spMk id="12" creationId="{B6C60D79-16F1-4C4B-B7E3-7634E7069CDE}"/>
          </ac:spMkLst>
        </pc:spChg>
        <pc:spChg chg="add">
          <ac:chgData name="HO Po Wa" userId="S::pwhoae@connect.ust.hk::117daab9-5a54-490c-9316-91f44428aa12" providerId="AD" clId="Web-{E81EF798-D121-AB0F-11A6-BBE7DEBEFBDE}" dt="2024-11-17T16:52:28.987" v="201"/>
          <ac:spMkLst>
            <pc:docMk/>
            <pc:sldMk cId="2003618278" sldId="261"/>
            <ac:spMk id="14" creationId="{426B127E-6498-4C77-9C9D-4553A5113B80}"/>
          </ac:spMkLst>
        </pc:spChg>
        <pc:picChg chg="add del mod">
          <ac:chgData name="HO Po Wa" userId="S::pwhoae@connect.ust.hk::117daab9-5a54-490c-9316-91f44428aa12" providerId="AD" clId="Web-{E81EF798-D121-AB0F-11A6-BBE7DEBEFBDE}" dt="2024-11-17T16:52:23.846" v="200"/>
          <ac:picMkLst>
            <pc:docMk/>
            <pc:sldMk cId="2003618278" sldId="261"/>
            <ac:picMk id="4" creationId="{4B86AC45-F7FA-AB3F-FAED-7A4707BAAE80}"/>
          </ac:picMkLst>
        </pc:picChg>
        <pc:picChg chg="add mod ord">
          <ac:chgData name="HO Po Wa" userId="S::pwhoae@connect.ust.hk::117daab9-5a54-490c-9316-91f44428aa12" providerId="AD" clId="Web-{E81EF798-D121-AB0F-11A6-BBE7DEBEFBDE}" dt="2024-11-17T16:52:28.987" v="201"/>
          <ac:picMkLst>
            <pc:docMk/>
            <pc:sldMk cId="2003618278" sldId="261"/>
            <ac:picMk id="5" creationId="{7813F7D0-AFD9-CAAB-CB91-CAFB94E6AC50}"/>
          </ac:picMkLst>
        </pc:picChg>
      </pc:sldChg>
      <pc:sldChg chg="modSp">
        <pc:chgData name="HO Po Wa" userId="S::pwhoae@connect.ust.hk::117daab9-5a54-490c-9316-91f44428aa12" providerId="AD" clId="Web-{E81EF798-D121-AB0F-11A6-BBE7DEBEFBDE}" dt="2024-11-17T16:51:06.361" v="198" actId="20577"/>
        <pc:sldMkLst>
          <pc:docMk/>
          <pc:sldMk cId="736772894" sldId="262"/>
        </pc:sldMkLst>
        <pc:spChg chg="mod">
          <ac:chgData name="HO Po Wa" userId="S::pwhoae@connect.ust.hk::117daab9-5a54-490c-9316-91f44428aa12" providerId="AD" clId="Web-{E81EF798-D121-AB0F-11A6-BBE7DEBEFBDE}" dt="2024-11-17T16:51:06.361" v="198" actId="20577"/>
          <ac:spMkLst>
            <pc:docMk/>
            <pc:sldMk cId="736772894" sldId="262"/>
            <ac:spMk id="3" creationId="{A7E773FA-ADA7-625E-AF23-27AABDBB4B82}"/>
          </ac:spMkLst>
        </pc:spChg>
      </pc:sldChg>
      <pc:sldChg chg="addSp delSp modSp mod setBg">
        <pc:chgData name="HO Po Wa" userId="S::pwhoae@connect.ust.hk::117daab9-5a54-490c-9316-91f44428aa12" providerId="AD" clId="Web-{E81EF798-D121-AB0F-11A6-BBE7DEBEFBDE}" dt="2024-11-17T16:31:52.588" v="93" actId="14100"/>
        <pc:sldMkLst>
          <pc:docMk/>
          <pc:sldMk cId="3437881546" sldId="266"/>
        </pc:sldMkLst>
        <pc:spChg chg="mod">
          <ac:chgData name="HO Po Wa" userId="S::pwhoae@connect.ust.hk::117daab9-5a54-490c-9316-91f44428aa12" providerId="AD" clId="Web-{E81EF798-D121-AB0F-11A6-BBE7DEBEFBDE}" dt="2024-11-17T16:31:03.400" v="89"/>
          <ac:spMkLst>
            <pc:docMk/>
            <pc:sldMk cId="3437881546" sldId="266"/>
            <ac:spMk id="2" creationId="{B4A09670-E168-00AF-BFAA-41E353C097C8}"/>
          </ac:spMkLst>
        </pc:spChg>
        <pc:spChg chg="del mod">
          <ac:chgData name="HO Po Wa" userId="S::pwhoae@connect.ust.hk::117daab9-5a54-490c-9316-91f44428aa12" providerId="AD" clId="Web-{E81EF798-D121-AB0F-11A6-BBE7DEBEFBDE}" dt="2024-11-17T16:16:36.485" v="25"/>
          <ac:spMkLst>
            <pc:docMk/>
            <pc:sldMk cId="3437881546" sldId="266"/>
            <ac:spMk id="3" creationId="{A7E773FA-ADA7-625E-AF23-27AABDBB4B82}"/>
          </ac:spMkLst>
        </pc:spChg>
        <pc:spChg chg="add del">
          <ac:chgData name="HO Po Wa" userId="S::pwhoae@connect.ust.hk::117daab9-5a54-490c-9316-91f44428aa12" providerId="AD" clId="Web-{E81EF798-D121-AB0F-11A6-BBE7DEBEFBDE}" dt="2024-11-17T16:31:03.400" v="89"/>
          <ac:spMkLst>
            <pc:docMk/>
            <pc:sldMk cId="3437881546" sldId="266"/>
            <ac:spMk id="9" creationId="{9DBC8166-481C-4473-95F5-9A5B9073B7F1}"/>
          </ac:spMkLst>
        </pc:spChg>
        <pc:spChg chg="add del">
          <ac:chgData name="HO Po Wa" userId="S::pwhoae@connect.ust.hk::117daab9-5a54-490c-9316-91f44428aa12" providerId="AD" clId="Web-{E81EF798-D121-AB0F-11A6-BBE7DEBEFBDE}" dt="2024-11-17T16:31:03.400" v="89"/>
          <ac:spMkLst>
            <pc:docMk/>
            <pc:sldMk cId="3437881546" sldId="266"/>
            <ac:spMk id="11" creationId="{A5A5CE6E-90AF-4D43-A014-1F9EC83EB93D}"/>
          </ac:spMkLst>
        </pc:spChg>
        <pc:spChg chg="add">
          <ac:chgData name="HO Po Wa" userId="S::pwhoae@connect.ust.hk::117daab9-5a54-490c-9316-91f44428aa12" providerId="AD" clId="Web-{E81EF798-D121-AB0F-11A6-BBE7DEBEFBDE}" dt="2024-11-17T16:31:03.400" v="89"/>
          <ac:spMkLst>
            <pc:docMk/>
            <pc:sldMk cId="3437881546" sldId="266"/>
            <ac:spMk id="405" creationId="{4F7EBAE4-9945-4473-9E34-B2C66EA0F03D}"/>
          </ac:spMkLst>
        </pc:spChg>
        <pc:spChg chg="add">
          <ac:chgData name="HO Po Wa" userId="S::pwhoae@connect.ust.hk::117daab9-5a54-490c-9316-91f44428aa12" providerId="AD" clId="Web-{E81EF798-D121-AB0F-11A6-BBE7DEBEFBDE}" dt="2024-11-17T16:31:03.400" v="89"/>
          <ac:spMkLst>
            <pc:docMk/>
            <pc:sldMk cId="3437881546" sldId="266"/>
            <ac:spMk id="407" creationId="{70BEB1E7-2F88-40BC-B73D-42E5B6F80BFC}"/>
          </ac:spMkLst>
        </pc:spChg>
        <pc:spChg chg="add">
          <ac:chgData name="HO Po Wa" userId="S::pwhoae@connect.ust.hk::117daab9-5a54-490c-9316-91f44428aa12" providerId="AD" clId="Web-{E81EF798-D121-AB0F-11A6-BBE7DEBEFBDE}" dt="2024-11-17T16:31:03.400" v="89"/>
          <ac:spMkLst>
            <pc:docMk/>
            <pc:sldMk cId="3437881546" sldId="266"/>
            <ac:spMk id="409" creationId="{A7B99495-F43F-4D80-A44F-2CB4764EB90B}"/>
          </ac:spMkLst>
        </pc:spChg>
        <pc:graphicFrameChg chg="add mod ord modGraphic">
          <ac:chgData name="HO Po Wa" userId="S::pwhoae@connect.ust.hk::117daab9-5a54-490c-9316-91f44428aa12" providerId="AD" clId="Web-{E81EF798-D121-AB0F-11A6-BBE7DEBEFBDE}" dt="2024-11-17T16:31:52.588" v="93" actId="14100"/>
          <ac:graphicFrameMkLst>
            <pc:docMk/>
            <pc:sldMk cId="3437881546" sldId="266"/>
            <ac:graphicFrameMk id="5" creationId="{C9AFC98D-1D6B-7ECA-B597-07BBB0187A39}"/>
          </ac:graphicFrameMkLst>
        </pc:graphicFrameChg>
        <pc:picChg chg="add del mod">
          <ac:chgData name="HO Po Wa" userId="S::pwhoae@connect.ust.hk::117daab9-5a54-490c-9316-91f44428aa12" providerId="AD" clId="Web-{E81EF798-D121-AB0F-11A6-BBE7DEBEFBDE}" dt="2024-11-17T16:19:30.033" v="33"/>
          <ac:picMkLst>
            <pc:docMk/>
            <pc:sldMk cId="3437881546" sldId="266"/>
            <ac:picMk id="42" creationId="{29D72B94-53C6-43F2-15DB-22293A70C79E}"/>
          </ac:picMkLst>
        </pc:picChg>
        <pc:picChg chg="add mod">
          <ac:chgData name="HO Po Wa" userId="S::pwhoae@connect.ust.hk::117daab9-5a54-490c-9316-91f44428aa12" providerId="AD" clId="Web-{E81EF798-D121-AB0F-11A6-BBE7DEBEFBDE}" dt="2024-11-17T16:31:03.400" v="89"/>
          <ac:picMkLst>
            <pc:docMk/>
            <pc:sldMk cId="3437881546" sldId="266"/>
            <ac:picMk id="400" creationId="{C6ABE3AD-8556-FBBC-5B14-903D5FA5C4F5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5C635D-4CE0-495A-999C-17EE6B55B278}" type="doc">
      <dgm:prSet loTypeId="urn:microsoft.com/office/officeart/2005/8/layout/vProcess5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58BD206-371B-4FC3-86CD-7F50AFE593C1}">
      <dgm:prSet/>
      <dgm:spPr/>
      <dgm:t>
        <a:bodyPr/>
        <a:lstStyle/>
        <a:p>
          <a:pPr rtl="0"/>
          <a:r>
            <a:rPr lang="en-US" dirty="0"/>
            <a:t>HKUST lacks </a:t>
          </a:r>
          <a:r>
            <a:rPr lang="en-US" b="1" i="1" u="sng" dirty="0"/>
            <a:t>a dedicated platform</a:t>
          </a:r>
          <a:r>
            <a:rPr lang="en-US" b="0" dirty="0"/>
            <a:t> </a:t>
          </a:r>
          <a:r>
            <a:rPr lang="en-US" dirty="0"/>
            <a:t>for student collaboration,</a:t>
          </a:r>
          <a:r>
            <a:rPr lang="en-US" i="1" u="sng" dirty="0">
              <a:latin typeface="Aptos Display" panose="020F0302020204030204"/>
            </a:rPr>
            <a:t> </a:t>
          </a:r>
          <a:r>
            <a:rPr lang="en-US" b="1" i="1" u="sng" dirty="0"/>
            <a:t>especially for freshmen</a:t>
          </a:r>
          <a:r>
            <a:rPr lang="en-US" b="1" i="1" u="sng" dirty="0">
              <a:latin typeface="Aptos Display" panose="020F0302020204030204"/>
            </a:rPr>
            <a:t> (pathadvisor)</a:t>
          </a:r>
          <a:endParaRPr lang="en-US" b="1" i="1" u="sng" dirty="0"/>
        </a:p>
      </dgm:t>
    </dgm:pt>
    <dgm:pt modelId="{D1D348C7-E25C-45DB-8F62-7AD779C18AD0}" type="parTrans" cxnId="{A3DD808F-FD5E-4895-959A-72F3B60A565E}">
      <dgm:prSet/>
      <dgm:spPr/>
      <dgm:t>
        <a:bodyPr/>
        <a:lstStyle/>
        <a:p>
          <a:endParaRPr lang="en-US"/>
        </a:p>
      </dgm:t>
    </dgm:pt>
    <dgm:pt modelId="{C6C5B218-D948-488D-A27B-1EDBBAE019D7}" type="sibTrans" cxnId="{A3DD808F-FD5E-4895-959A-72F3B60A565E}">
      <dgm:prSet/>
      <dgm:spPr/>
      <dgm:t>
        <a:bodyPr/>
        <a:lstStyle/>
        <a:p>
          <a:endParaRPr lang="en-US"/>
        </a:p>
      </dgm:t>
    </dgm:pt>
    <dgm:pt modelId="{6AE31109-338E-42F1-8135-C08CB641ED68}">
      <dgm:prSet/>
      <dgm:spPr/>
      <dgm:t>
        <a:bodyPr/>
        <a:lstStyle/>
        <a:p>
          <a:pPr rtl="0"/>
          <a:r>
            <a:rPr lang="en-US" dirty="0"/>
            <a:t>To address gap, we </a:t>
          </a:r>
          <a:r>
            <a:rPr lang="en-US" dirty="0">
              <a:latin typeface="Aptos Display" panose="020F0302020204030204"/>
            </a:rPr>
            <a:t>develop </a:t>
          </a:r>
          <a:r>
            <a:rPr lang="en-US" b="1" i="1" u="sng" dirty="0">
              <a:latin typeface="Aptos Display" panose="020F0302020204030204"/>
            </a:rPr>
            <a:t>"</a:t>
          </a:r>
          <a:r>
            <a:rPr lang="en-US" b="1" i="1" u="sng" dirty="0" err="1">
              <a:latin typeface="Aptos Display" panose="020F0302020204030204"/>
            </a:rPr>
            <a:t>USTLink</a:t>
          </a:r>
          <a:r>
            <a:rPr lang="en-US" b="1" i="1" u="sng" dirty="0">
              <a:latin typeface="Aptos Display" panose="020F0302020204030204"/>
            </a:rPr>
            <a:t>" mobile app</a:t>
          </a:r>
          <a:r>
            <a:rPr lang="en-US" dirty="0">
              <a:latin typeface="Aptos Display" panose="020F0302020204030204"/>
            </a:rPr>
            <a:t>,</a:t>
          </a:r>
          <a:r>
            <a:rPr lang="en-US" dirty="0"/>
            <a:t> a dedicated forum designed for HKUST students </a:t>
          </a:r>
          <a:r>
            <a:rPr lang="en-US" dirty="0">
              <a:latin typeface="Aptos Display" panose="020F0302020204030204"/>
            </a:rPr>
            <a:t>                                                           </a:t>
          </a:r>
        </a:p>
      </dgm:t>
    </dgm:pt>
    <dgm:pt modelId="{FE1E286F-8AD3-4B32-A1AE-61B1793AA4D7}" type="parTrans" cxnId="{54C90642-0160-4FF0-BEE1-C8543911EFBA}">
      <dgm:prSet/>
      <dgm:spPr/>
      <dgm:t>
        <a:bodyPr/>
        <a:lstStyle/>
        <a:p>
          <a:endParaRPr lang="en-US"/>
        </a:p>
      </dgm:t>
    </dgm:pt>
    <dgm:pt modelId="{46BBE857-8FA0-47EF-9316-3DF407746DB7}" type="sibTrans" cxnId="{54C90642-0160-4FF0-BEE1-C8543911EFBA}">
      <dgm:prSet/>
      <dgm:spPr/>
      <dgm:t>
        <a:bodyPr/>
        <a:lstStyle/>
        <a:p>
          <a:endParaRPr lang="en-US"/>
        </a:p>
      </dgm:t>
    </dgm:pt>
    <dgm:pt modelId="{2DE91DF5-404B-4C90-B363-891938ED3FCE}">
      <dgm:prSet phldr="0"/>
      <dgm:spPr/>
      <dgm:t>
        <a:bodyPr/>
        <a:lstStyle/>
        <a:p>
          <a:pPr rtl="0"/>
          <a:r>
            <a:rPr lang="en-US" dirty="0"/>
            <a:t>USTLink aims to </a:t>
          </a:r>
          <a:r>
            <a:rPr lang="en-US" dirty="0">
              <a:latin typeface="Aptos Display" panose="020F0302020204030204"/>
            </a:rPr>
            <a:t>be </a:t>
          </a:r>
          <a:r>
            <a:rPr lang="en-US" b="1" i="1" u="sng" dirty="0">
              <a:latin typeface="Aptos Display" panose="020F0302020204030204"/>
            </a:rPr>
            <a:t>a</a:t>
          </a:r>
          <a:r>
            <a:rPr lang="en-US" b="1" i="1" u="sng" dirty="0"/>
            <a:t> vital platform</a:t>
          </a:r>
          <a:r>
            <a:rPr lang="en-US" dirty="0"/>
            <a:t> for the HKUST community </a:t>
          </a:r>
        </a:p>
      </dgm:t>
    </dgm:pt>
    <dgm:pt modelId="{57D690CB-CCDF-438A-B156-966E23044313}" type="parTrans" cxnId="{1CD607C7-B687-459A-9322-FD54D4CADB00}">
      <dgm:prSet/>
      <dgm:spPr/>
    </dgm:pt>
    <dgm:pt modelId="{61316CA8-C29D-4B55-A86E-5DF9EBCA6131}" type="sibTrans" cxnId="{1CD607C7-B687-459A-9322-FD54D4CADB00}">
      <dgm:prSet/>
      <dgm:spPr/>
    </dgm:pt>
    <dgm:pt modelId="{BA8A789A-939D-4FE0-91DC-0401E17F66A0}" type="pres">
      <dgm:prSet presAssocID="{005C635D-4CE0-495A-999C-17EE6B55B278}" presName="outerComposite" presStyleCnt="0">
        <dgm:presLayoutVars>
          <dgm:chMax val="5"/>
          <dgm:dir/>
          <dgm:resizeHandles val="exact"/>
        </dgm:presLayoutVars>
      </dgm:prSet>
      <dgm:spPr/>
    </dgm:pt>
    <dgm:pt modelId="{4E5C1869-250F-4BCC-BD6A-2A6821FBD3AB}" type="pres">
      <dgm:prSet presAssocID="{005C635D-4CE0-495A-999C-17EE6B55B278}" presName="dummyMaxCanvas" presStyleCnt="0">
        <dgm:presLayoutVars/>
      </dgm:prSet>
      <dgm:spPr/>
    </dgm:pt>
    <dgm:pt modelId="{DB451F33-A576-4D38-9B24-728FFDB9D0D4}" type="pres">
      <dgm:prSet presAssocID="{005C635D-4CE0-495A-999C-17EE6B55B278}" presName="ThreeNodes_1" presStyleLbl="node1" presStyleIdx="0" presStyleCnt="3">
        <dgm:presLayoutVars>
          <dgm:bulletEnabled val="1"/>
        </dgm:presLayoutVars>
      </dgm:prSet>
      <dgm:spPr/>
    </dgm:pt>
    <dgm:pt modelId="{9CCD205D-AF64-4417-9BCA-1E97D6DAAD8E}" type="pres">
      <dgm:prSet presAssocID="{005C635D-4CE0-495A-999C-17EE6B55B278}" presName="ThreeNodes_2" presStyleLbl="node1" presStyleIdx="1" presStyleCnt="3">
        <dgm:presLayoutVars>
          <dgm:bulletEnabled val="1"/>
        </dgm:presLayoutVars>
      </dgm:prSet>
      <dgm:spPr/>
    </dgm:pt>
    <dgm:pt modelId="{0BA73D9E-9641-4217-94B2-60CCBCB41E50}" type="pres">
      <dgm:prSet presAssocID="{005C635D-4CE0-495A-999C-17EE6B55B278}" presName="ThreeNodes_3" presStyleLbl="node1" presStyleIdx="2" presStyleCnt="3">
        <dgm:presLayoutVars>
          <dgm:bulletEnabled val="1"/>
        </dgm:presLayoutVars>
      </dgm:prSet>
      <dgm:spPr/>
    </dgm:pt>
    <dgm:pt modelId="{96EC9508-17AB-4F39-A3A7-95585460B79C}" type="pres">
      <dgm:prSet presAssocID="{005C635D-4CE0-495A-999C-17EE6B55B278}" presName="ThreeConn_1-2" presStyleLbl="fgAccFollowNode1" presStyleIdx="0" presStyleCnt="2">
        <dgm:presLayoutVars>
          <dgm:bulletEnabled val="1"/>
        </dgm:presLayoutVars>
      </dgm:prSet>
      <dgm:spPr/>
    </dgm:pt>
    <dgm:pt modelId="{C45051A0-FDC1-48E9-85A5-FA46DA9E5450}" type="pres">
      <dgm:prSet presAssocID="{005C635D-4CE0-495A-999C-17EE6B55B278}" presName="ThreeConn_2-3" presStyleLbl="fgAccFollowNode1" presStyleIdx="1" presStyleCnt="2">
        <dgm:presLayoutVars>
          <dgm:bulletEnabled val="1"/>
        </dgm:presLayoutVars>
      </dgm:prSet>
      <dgm:spPr/>
    </dgm:pt>
    <dgm:pt modelId="{D01AAF3B-386B-42FC-B29D-3DD65DB6BBC1}" type="pres">
      <dgm:prSet presAssocID="{005C635D-4CE0-495A-999C-17EE6B55B278}" presName="ThreeNodes_1_text" presStyleLbl="node1" presStyleIdx="2" presStyleCnt="3">
        <dgm:presLayoutVars>
          <dgm:bulletEnabled val="1"/>
        </dgm:presLayoutVars>
      </dgm:prSet>
      <dgm:spPr/>
    </dgm:pt>
    <dgm:pt modelId="{D41668BE-D69C-43B2-9057-8F82E275CB1E}" type="pres">
      <dgm:prSet presAssocID="{005C635D-4CE0-495A-999C-17EE6B55B278}" presName="ThreeNodes_2_text" presStyleLbl="node1" presStyleIdx="2" presStyleCnt="3">
        <dgm:presLayoutVars>
          <dgm:bulletEnabled val="1"/>
        </dgm:presLayoutVars>
      </dgm:prSet>
      <dgm:spPr/>
    </dgm:pt>
    <dgm:pt modelId="{85BF7F06-4E3B-49D0-89B5-95E4410BED97}" type="pres">
      <dgm:prSet presAssocID="{005C635D-4CE0-495A-999C-17EE6B55B278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91F32F22-0F33-46BC-AD09-2C2264DBEFDD}" type="presOf" srcId="{B58BD206-371B-4FC3-86CD-7F50AFE593C1}" destId="{D01AAF3B-386B-42FC-B29D-3DD65DB6BBC1}" srcOrd="1" destOrd="0" presId="urn:microsoft.com/office/officeart/2005/8/layout/vProcess5"/>
    <dgm:cxn modelId="{85932B5F-A411-44C0-99AB-85C0279C9232}" type="presOf" srcId="{005C635D-4CE0-495A-999C-17EE6B55B278}" destId="{BA8A789A-939D-4FE0-91DC-0401E17F66A0}" srcOrd="0" destOrd="0" presId="urn:microsoft.com/office/officeart/2005/8/layout/vProcess5"/>
    <dgm:cxn modelId="{54C90642-0160-4FF0-BEE1-C8543911EFBA}" srcId="{005C635D-4CE0-495A-999C-17EE6B55B278}" destId="{6AE31109-338E-42F1-8135-C08CB641ED68}" srcOrd="1" destOrd="0" parTransId="{FE1E286F-8AD3-4B32-A1AE-61B1793AA4D7}" sibTransId="{46BBE857-8FA0-47EF-9316-3DF407746DB7}"/>
    <dgm:cxn modelId="{87B05375-1DBA-4264-ADBA-57102D25C365}" type="presOf" srcId="{2DE91DF5-404B-4C90-B363-891938ED3FCE}" destId="{85BF7F06-4E3B-49D0-89B5-95E4410BED97}" srcOrd="1" destOrd="0" presId="urn:microsoft.com/office/officeart/2005/8/layout/vProcess5"/>
    <dgm:cxn modelId="{5A5D4278-32FD-4A6D-A2D0-04C7DACE3ED1}" type="presOf" srcId="{6AE31109-338E-42F1-8135-C08CB641ED68}" destId="{9CCD205D-AF64-4417-9BCA-1E97D6DAAD8E}" srcOrd="0" destOrd="0" presId="urn:microsoft.com/office/officeart/2005/8/layout/vProcess5"/>
    <dgm:cxn modelId="{A3DD808F-FD5E-4895-959A-72F3B60A565E}" srcId="{005C635D-4CE0-495A-999C-17EE6B55B278}" destId="{B58BD206-371B-4FC3-86CD-7F50AFE593C1}" srcOrd="0" destOrd="0" parTransId="{D1D348C7-E25C-45DB-8F62-7AD779C18AD0}" sibTransId="{C6C5B218-D948-488D-A27B-1EDBBAE019D7}"/>
    <dgm:cxn modelId="{B3994398-BD13-4709-BC8D-F0EDE35BC428}" type="presOf" srcId="{B58BD206-371B-4FC3-86CD-7F50AFE593C1}" destId="{DB451F33-A576-4D38-9B24-728FFDB9D0D4}" srcOrd="0" destOrd="0" presId="urn:microsoft.com/office/officeart/2005/8/layout/vProcess5"/>
    <dgm:cxn modelId="{FD4AE6A4-324E-4AF8-B972-2850AA3A240F}" type="presOf" srcId="{46BBE857-8FA0-47EF-9316-3DF407746DB7}" destId="{C45051A0-FDC1-48E9-85A5-FA46DA9E5450}" srcOrd="0" destOrd="0" presId="urn:microsoft.com/office/officeart/2005/8/layout/vProcess5"/>
    <dgm:cxn modelId="{9433A8A6-7D4D-4236-9CC8-109058853B1B}" type="presOf" srcId="{C6C5B218-D948-488D-A27B-1EDBBAE019D7}" destId="{96EC9508-17AB-4F39-A3A7-95585460B79C}" srcOrd="0" destOrd="0" presId="urn:microsoft.com/office/officeart/2005/8/layout/vProcess5"/>
    <dgm:cxn modelId="{B26B8BB3-1504-4EEE-B9E8-B8A753AC346F}" type="presOf" srcId="{2DE91DF5-404B-4C90-B363-891938ED3FCE}" destId="{0BA73D9E-9641-4217-94B2-60CCBCB41E50}" srcOrd="0" destOrd="0" presId="urn:microsoft.com/office/officeart/2005/8/layout/vProcess5"/>
    <dgm:cxn modelId="{1CD607C7-B687-459A-9322-FD54D4CADB00}" srcId="{005C635D-4CE0-495A-999C-17EE6B55B278}" destId="{2DE91DF5-404B-4C90-B363-891938ED3FCE}" srcOrd="2" destOrd="0" parTransId="{57D690CB-CCDF-438A-B156-966E23044313}" sibTransId="{61316CA8-C29D-4B55-A86E-5DF9EBCA6131}"/>
    <dgm:cxn modelId="{BD5223E3-1349-44DF-B446-C01E81E13899}" type="presOf" srcId="{6AE31109-338E-42F1-8135-C08CB641ED68}" destId="{D41668BE-D69C-43B2-9057-8F82E275CB1E}" srcOrd="1" destOrd="0" presId="urn:microsoft.com/office/officeart/2005/8/layout/vProcess5"/>
    <dgm:cxn modelId="{A2CA089B-51E4-480F-A4D9-90DE024C6599}" type="presParOf" srcId="{BA8A789A-939D-4FE0-91DC-0401E17F66A0}" destId="{4E5C1869-250F-4BCC-BD6A-2A6821FBD3AB}" srcOrd="0" destOrd="0" presId="urn:microsoft.com/office/officeart/2005/8/layout/vProcess5"/>
    <dgm:cxn modelId="{BD6EDDB6-AEBC-482F-B31C-E0494D0C9C70}" type="presParOf" srcId="{BA8A789A-939D-4FE0-91DC-0401E17F66A0}" destId="{DB451F33-A576-4D38-9B24-728FFDB9D0D4}" srcOrd="1" destOrd="0" presId="urn:microsoft.com/office/officeart/2005/8/layout/vProcess5"/>
    <dgm:cxn modelId="{501414EE-9997-4E2A-BC8A-C9D223B8CB5E}" type="presParOf" srcId="{BA8A789A-939D-4FE0-91DC-0401E17F66A0}" destId="{9CCD205D-AF64-4417-9BCA-1E97D6DAAD8E}" srcOrd="2" destOrd="0" presId="urn:microsoft.com/office/officeart/2005/8/layout/vProcess5"/>
    <dgm:cxn modelId="{854064B6-0D07-4B87-A807-8D297161C0A3}" type="presParOf" srcId="{BA8A789A-939D-4FE0-91DC-0401E17F66A0}" destId="{0BA73D9E-9641-4217-94B2-60CCBCB41E50}" srcOrd="3" destOrd="0" presId="urn:microsoft.com/office/officeart/2005/8/layout/vProcess5"/>
    <dgm:cxn modelId="{C6C41520-ACF4-4E2B-B714-4A89795E5721}" type="presParOf" srcId="{BA8A789A-939D-4FE0-91DC-0401E17F66A0}" destId="{96EC9508-17AB-4F39-A3A7-95585460B79C}" srcOrd="4" destOrd="0" presId="urn:microsoft.com/office/officeart/2005/8/layout/vProcess5"/>
    <dgm:cxn modelId="{112AB8F4-3171-4FF9-90E6-5134D25B2B3D}" type="presParOf" srcId="{BA8A789A-939D-4FE0-91DC-0401E17F66A0}" destId="{C45051A0-FDC1-48E9-85A5-FA46DA9E5450}" srcOrd="5" destOrd="0" presId="urn:microsoft.com/office/officeart/2005/8/layout/vProcess5"/>
    <dgm:cxn modelId="{AEBBFEDD-E492-4D4F-A503-517AF43A5817}" type="presParOf" srcId="{BA8A789A-939D-4FE0-91DC-0401E17F66A0}" destId="{D01AAF3B-386B-42FC-B29D-3DD65DB6BBC1}" srcOrd="6" destOrd="0" presId="urn:microsoft.com/office/officeart/2005/8/layout/vProcess5"/>
    <dgm:cxn modelId="{B507EBE6-B442-42C2-BCBF-5967568BE53F}" type="presParOf" srcId="{BA8A789A-939D-4FE0-91DC-0401E17F66A0}" destId="{D41668BE-D69C-43B2-9057-8F82E275CB1E}" srcOrd="7" destOrd="0" presId="urn:microsoft.com/office/officeart/2005/8/layout/vProcess5"/>
    <dgm:cxn modelId="{F2635249-5130-4683-9533-9F3B1F727F27}" type="presParOf" srcId="{BA8A789A-939D-4FE0-91DC-0401E17F66A0}" destId="{85BF7F06-4E3B-49D0-89B5-95E4410BED97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729680-E6A1-4734-8FF5-D9F24229F4D4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321278A-89F5-4176-9215-76526338F7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solidFill>
                <a:srgbClr val="FF0000"/>
              </a:solidFill>
            </a:rPr>
            <a:t>Secure login and registration for HKUST members. </a:t>
          </a:r>
        </a:p>
      </dgm:t>
    </dgm:pt>
    <dgm:pt modelId="{29927C34-4AA3-4A57-9C17-E4B74903432D}" type="parTrans" cxnId="{4E73B04F-34D4-4B59-B08B-80D192D3CDF2}">
      <dgm:prSet/>
      <dgm:spPr/>
      <dgm:t>
        <a:bodyPr/>
        <a:lstStyle/>
        <a:p>
          <a:endParaRPr lang="en-US"/>
        </a:p>
      </dgm:t>
    </dgm:pt>
    <dgm:pt modelId="{FBE539D2-424E-4968-98DD-A9E418D7CE7D}" type="sibTrans" cxnId="{4E73B04F-34D4-4B59-B08B-80D192D3CDF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AC80450-A2C3-4E1D-A86C-C37259D344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solidFill>
                <a:srgbClr val="00B050"/>
              </a:solidFill>
            </a:rPr>
            <a:t>A dynamic discussion forum for communication. </a:t>
          </a:r>
        </a:p>
      </dgm:t>
    </dgm:pt>
    <dgm:pt modelId="{6E660FFF-DBBD-47DB-A6AC-138AD5ECD53C}" type="parTrans" cxnId="{1D87B312-3F69-493B-A97E-D447A88BE68C}">
      <dgm:prSet/>
      <dgm:spPr/>
      <dgm:t>
        <a:bodyPr/>
        <a:lstStyle/>
        <a:p>
          <a:endParaRPr lang="en-US"/>
        </a:p>
      </dgm:t>
    </dgm:pt>
    <dgm:pt modelId="{D1B6ED53-1562-49F1-B020-5EC7A3461366}" type="sibTrans" cxnId="{1D87B312-3F69-493B-A97E-D447A88BE68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1119FB2-2A30-4EE3-8DAE-25438C19B2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solidFill>
                <a:srgbClr val="7030A0"/>
              </a:solidFill>
            </a:rPr>
            <a:t>A deadline calendar for managing academic responsibilities. </a:t>
          </a:r>
        </a:p>
      </dgm:t>
    </dgm:pt>
    <dgm:pt modelId="{16D81AE7-8FE9-4D8A-8466-B9D95E72718F}" type="parTrans" cxnId="{73B8D009-C598-4C0C-A1A2-2405E6A99B8E}">
      <dgm:prSet/>
      <dgm:spPr/>
      <dgm:t>
        <a:bodyPr/>
        <a:lstStyle/>
        <a:p>
          <a:endParaRPr lang="en-US"/>
        </a:p>
      </dgm:t>
    </dgm:pt>
    <dgm:pt modelId="{8FC86E11-A7E1-41A6-A36B-273D25E5C2E7}" type="sibTrans" cxnId="{73B8D009-C598-4C0C-A1A2-2405E6A99B8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8D5FD83-9449-4F0B-AA77-731C27164E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solidFill>
                <a:srgbClr val="0070C0"/>
              </a:solidFill>
            </a:rPr>
            <a:t>An information page with useful links and resources.</a:t>
          </a:r>
        </a:p>
      </dgm:t>
    </dgm:pt>
    <dgm:pt modelId="{9E18B55D-8745-4DAA-A48C-EAE06B821474}" type="parTrans" cxnId="{2CA83060-E015-4D5C-ABC6-73B6C4BACBB2}">
      <dgm:prSet/>
      <dgm:spPr/>
      <dgm:t>
        <a:bodyPr/>
        <a:lstStyle/>
        <a:p>
          <a:endParaRPr lang="en-US"/>
        </a:p>
      </dgm:t>
    </dgm:pt>
    <dgm:pt modelId="{87B9863D-8ABD-46FF-AC12-B4BB0D07C2DD}" type="sibTrans" cxnId="{2CA83060-E015-4D5C-ABC6-73B6C4BACBB2}">
      <dgm:prSet/>
      <dgm:spPr/>
      <dgm:t>
        <a:bodyPr/>
        <a:lstStyle/>
        <a:p>
          <a:endParaRPr lang="en-US"/>
        </a:p>
      </dgm:t>
    </dgm:pt>
    <dgm:pt modelId="{35B81F66-0F2F-4662-838F-B38034ED3F74}" type="pres">
      <dgm:prSet presAssocID="{B2729680-E6A1-4734-8FF5-D9F24229F4D4}" presName="root" presStyleCnt="0">
        <dgm:presLayoutVars>
          <dgm:dir/>
          <dgm:resizeHandles val="exact"/>
        </dgm:presLayoutVars>
      </dgm:prSet>
      <dgm:spPr/>
    </dgm:pt>
    <dgm:pt modelId="{F0C6CB5C-AD3A-4EE9-891C-5F29CA682279}" type="pres">
      <dgm:prSet presAssocID="{B2729680-E6A1-4734-8FF5-D9F24229F4D4}" presName="container" presStyleCnt="0">
        <dgm:presLayoutVars>
          <dgm:dir/>
          <dgm:resizeHandles val="exact"/>
        </dgm:presLayoutVars>
      </dgm:prSet>
      <dgm:spPr/>
    </dgm:pt>
    <dgm:pt modelId="{E4EDC101-8BC3-402D-847C-EFAD17408B59}" type="pres">
      <dgm:prSet presAssocID="{F321278A-89F5-4176-9215-76526338F7C4}" presName="compNode" presStyleCnt="0"/>
      <dgm:spPr/>
    </dgm:pt>
    <dgm:pt modelId="{F66C0BE4-E80E-4D91-BCA4-6EB0F606199A}" type="pres">
      <dgm:prSet presAssocID="{F321278A-89F5-4176-9215-76526338F7C4}" presName="iconBgRect" presStyleLbl="bgShp" presStyleIdx="0" presStyleCnt="4"/>
      <dgm:spPr/>
    </dgm:pt>
    <dgm:pt modelId="{B2D77E0E-FF16-4568-91B2-2EEB3C5CC530}" type="pres">
      <dgm:prSet presAssocID="{F321278A-89F5-4176-9215-76526338F7C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A22C8D9B-71DE-452B-89F7-177802A0A0D1}" type="pres">
      <dgm:prSet presAssocID="{F321278A-89F5-4176-9215-76526338F7C4}" presName="spaceRect" presStyleCnt="0"/>
      <dgm:spPr/>
    </dgm:pt>
    <dgm:pt modelId="{02323CEA-E602-49B0-BE54-AED4AFD5185A}" type="pres">
      <dgm:prSet presAssocID="{F321278A-89F5-4176-9215-76526338F7C4}" presName="textRect" presStyleLbl="revTx" presStyleIdx="0" presStyleCnt="4">
        <dgm:presLayoutVars>
          <dgm:chMax val="1"/>
          <dgm:chPref val="1"/>
        </dgm:presLayoutVars>
      </dgm:prSet>
      <dgm:spPr/>
    </dgm:pt>
    <dgm:pt modelId="{9C3D2B12-A939-40F7-80C9-09F178DE4C9E}" type="pres">
      <dgm:prSet presAssocID="{FBE539D2-424E-4968-98DD-A9E418D7CE7D}" presName="sibTrans" presStyleLbl="sibTrans2D1" presStyleIdx="0" presStyleCnt="0"/>
      <dgm:spPr/>
    </dgm:pt>
    <dgm:pt modelId="{F80569DD-FBF0-48F3-9567-C602EC48D301}" type="pres">
      <dgm:prSet presAssocID="{7AC80450-A2C3-4E1D-A86C-C37259D34499}" presName="compNode" presStyleCnt="0"/>
      <dgm:spPr/>
    </dgm:pt>
    <dgm:pt modelId="{2B269A19-516E-4FE0-B8BA-926F79D7D806}" type="pres">
      <dgm:prSet presAssocID="{7AC80450-A2C3-4E1D-A86C-C37259D34499}" presName="iconBgRect" presStyleLbl="bgShp" presStyleIdx="1" presStyleCnt="4"/>
      <dgm:spPr/>
    </dgm:pt>
    <dgm:pt modelId="{8906E6F5-C79B-4AB8-8707-C1CE91FA4780}" type="pres">
      <dgm:prSet presAssocID="{7AC80450-A2C3-4E1D-A86C-C37259D3449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AC11DD5C-D334-4CF2-93E9-25C66F5B36A9}" type="pres">
      <dgm:prSet presAssocID="{7AC80450-A2C3-4E1D-A86C-C37259D34499}" presName="spaceRect" presStyleCnt="0"/>
      <dgm:spPr/>
    </dgm:pt>
    <dgm:pt modelId="{98FC8F1F-6A20-4DE7-861D-D16B3643F285}" type="pres">
      <dgm:prSet presAssocID="{7AC80450-A2C3-4E1D-A86C-C37259D34499}" presName="textRect" presStyleLbl="revTx" presStyleIdx="1" presStyleCnt="4">
        <dgm:presLayoutVars>
          <dgm:chMax val="1"/>
          <dgm:chPref val="1"/>
        </dgm:presLayoutVars>
      </dgm:prSet>
      <dgm:spPr/>
    </dgm:pt>
    <dgm:pt modelId="{BF486D79-2CFF-4664-A369-512A4FC4BD3E}" type="pres">
      <dgm:prSet presAssocID="{D1B6ED53-1562-49F1-B020-5EC7A3461366}" presName="sibTrans" presStyleLbl="sibTrans2D1" presStyleIdx="0" presStyleCnt="0"/>
      <dgm:spPr/>
    </dgm:pt>
    <dgm:pt modelId="{A73B9466-DE80-448D-89AD-715E76772497}" type="pres">
      <dgm:prSet presAssocID="{51119FB2-2A30-4EE3-8DAE-25438C19B209}" presName="compNode" presStyleCnt="0"/>
      <dgm:spPr/>
    </dgm:pt>
    <dgm:pt modelId="{3088E50D-5A3C-44AE-9253-53E0C4A7CE1A}" type="pres">
      <dgm:prSet presAssocID="{51119FB2-2A30-4EE3-8DAE-25438C19B209}" presName="iconBgRect" presStyleLbl="bgShp" presStyleIdx="2" presStyleCnt="4"/>
      <dgm:spPr/>
    </dgm:pt>
    <dgm:pt modelId="{B073227B-ECA5-4749-AB39-B7D691329EB9}" type="pres">
      <dgm:prSet presAssocID="{51119FB2-2A30-4EE3-8DAE-25438C19B20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thly calendar"/>
        </a:ext>
      </dgm:extLst>
    </dgm:pt>
    <dgm:pt modelId="{B1D95CF4-359D-4889-9781-251F72861A35}" type="pres">
      <dgm:prSet presAssocID="{51119FB2-2A30-4EE3-8DAE-25438C19B209}" presName="spaceRect" presStyleCnt="0"/>
      <dgm:spPr/>
    </dgm:pt>
    <dgm:pt modelId="{77C2886F-0D5B-4126-9DA1-133A7FFB60D0}" type="pres">
      <dgm:prSet presAssocID="{51119FB2-2A30-4EE3-8DAE-25438C19B209}" presName="textRect" presStyleLbl="revTx" presStyleIdx="2" presStyleCnt="4">
        <dgm:presLayoutVars>
          <dgm:chMax val="1"/>
          <dgm:chPref val="1"/>
        </dgm:presLayoutVars>
      </dgm:prSet>
      <dgm:spPr/>
    </dgm:pt>
    <dgm:pt modelId="{4BCF5D50-FA4A-4D9B-91FB-A0D6B9A62D25}" type="pres">
      <dgm:prSet presAssocID="{8FC86E11-A7E1-41A6-A36B-273D25E5C2E7}" presName="sibTrans" presStyleLbl="sibTrans2D1" presStyleIdx="0" presStyleCnt="0"/>
      <dgm:spPr/>
    </dgm:pt>
    <dgm:pt modelId="{28BCB237-56B6-4556-B712-6F9C2292DB5E}" type="pres">
      <dgm:prSet presAssocID="{E8D5FD83-9449-4F0B-AA77-731C27164E8C}" presName="compNode" presStyleCnt="0"/>
      <dgm:spPr/>
    </dgm:pt>
    <dgm:pt modelId="{266E14C0-D248-4ADD-9C50-4DD589C6B9C3}" type="pres">
      <dgm:prSet presAssocID="{E8D5FD83-9449-4F0B-AA77-731C27164E8C}" presName="iconBgRect" presStyleLbl="bgShp" presStyleIdx="3" presStyleCnt="4"/>
      <dgm:spPr/>
    </dgm:pt>
    <dgm:pt modelId="{0F89D445-64B5-4F53-B799-10EE246F328E}" type="pres">
      <dgm:prSet presAssocID="{E8D5FD83-9449-4F0B-AA77-731C27164E8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40ABC5FA-93B8-4826-A6B9-62A8D4B8DD53}" type="pres">
      <dgm:prSet presAssocID="{E8D5FD83-9449-4F0B-AA77-731C27164E8C}" presName="spaceRect" presStyleCnt="0"/>
      <dgm:spPr/>
    </dgm:pt>
    <dgm:pt modelId="{E1782CEC-179F-457A-815B-20E7BD28C4CE}" type="pres">
      <dgm:prSet presAssocID="{E8D5FD83-9449-4F0B-AA77-731C27164E8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3B8D009-C598-4C0C-A1A2-2405E6A99B8E}" srcId="{B2729680-E6A1-4734-8FF5-D9F24229F4D4}" destId="{51119FB2-2A30-4EE3-8DAE-25438C19B209}" srcOrd="2" destOrd="0" parTransId="{16D81AE7-8FE9-4D8A-8466-B9D95E72718F}" sibTransId="{8FC86E11-A7E1-41A6-A36B-273D25E5C2E7}"/>
    <dgm:cxn modelId="{1D87B312-3F69-493B-A97E-D447A88BE68C}" srcId="{B2729680-E6A1-4734-8FF5-D9F24229F4D4}" destId="{7AC80450-A2C3-4E1D-A86C-C37259D34499}" srcOrd="1" destOrd="0" parTransId="{6E660FFF-DBBD-47DB-A6AC-138AD5ECD53C}" sibTransId="{D1B6ED53-1562-49F1-B020-5EC7A3461366}"/>
    <dgm:cxn modelId="{DBA4BB3A-7042-42DE-86BA-EF2304009918}" type="presOf" srcId="{F321278A-89F5-4176-9215-76526338F7C4}" destId="{02323CEA-E602-49B0-BE54-AED4AFD5185A}" srcOrd="0" destOrd="0" presId="urn:microsoft.com/office/officeart/2018/2/layout/IconCircleList"/>
    <dgm:cxn modelId="{00A8113D-F352-439B-80FC-4D1F6556987E}" type="presOf" srcId="{51119FB2-2A30-4EE3-8DAE-25438C19B209}" destId="{77C2886F-0D5B-4126-9DA1-133A7FFB60D0}" srcOrd="0" destOrd="0" presId="urn:microsoft.com/office/officeart/2018/2/layout/IconCircleList"/>
    <dgm:cxn modelId="{2CA83060-E015-4D5C-ABC6-73B6C4BACBB2}" srcId="{B2729680-E6A1-4734-8FF5-D9F24229F4D4}" destId="{E8D5FD83-9449-4F0B-AA77-731C27164E8C}" srcOrd="3" destOrd="0" parTransId="{9E18B55D-8745-4DAA-A48C-EAE06B821474}" sibTransId="{87B9863D-8ABD-46FF-AC12-B4BB0D07C2DD}"/>
    <dgm:cxn modelId="{B1BDCB4A-4F69-4C64-85ED-621B952A1E52}" type="presOf" srcId="{B2729680-E6A1-4734-8FF5-D9F24229F4D4}" destId="{35B81F66-0F2F-4662-838F-B38034ED3F74}" srcOrd="0" destOrd="0" presId="urn:microsoft.com/office/officeart/2018/2/layout/IconCircleList"/>
    <dgm:cxn modelId="{4E73B04F-34D4-4B59-B08B-80D192D3CDF2}" srcId="{B2729680-E6A1-4734-8FF5-D9F24229F4D4}" destId="{F321278A-89F5-4176-9215-76526338F7C4}" srcOrd="0" destOrd="0" parTransId="{29927C34-4AA3-4A57-9C17-E4B74903432D}" sibTransId="{FBE539D2-424E-4968-98DD-A9E418D7CE7D}"/>
    <dgm:cxn modelId="{E3160959-1C46-4066-A2F5-73C3C4CA9A25}" type="presOf" srcId="{7AC80450-A2C3-4E1D-A86C-C37259D34499}" destId="{98FC8F1F-6A20-4DE7-861D-D16B3643F285}" srcOrd="0" destOrd="0" presId="urn:microsoft.com/office/officeart/2018/2/layout/IconCircleList"/>
    <dgm:cxn modelId="{8F7DBC85-4B7E-49CF-B9DE-27E1255154D3}" type="presOf" srcId="{D1B6ED53-1562-49F1-B020-5EC7A3461366}" destId="{BF486D79-2CFF-4664-A369-512A4FC4BD3E}" srcOrd="0" destOrd="0" presId="urn:microsoft.com/office/officeart/2018/2/layout/IconCircleList"/>
    <dgm:cxn modelId="{0C2990B7-D2F1-4758-B09C-A0FFA28D2367}" type="presOf" srcId="{8FC86E11-A7E1-41A6-A36B-273D25E5C2E7}" destId="{4BCF5D50-FA4A-4D9B-91FB-A0D6B9A62D25}" srcOrd="0" destOrd="0" presId="urn:microsoft.com/office/officeart/2018/2/layout/IconCircleList"/>
    <dgm:cxn modelId="{EA207ACB-E980-4A31-B9F3-6D6715BE4D14}" type="presOf" srcId="{FBE539D2-424E-4968-98DD-A9E418D7CE7D}" destId="{9C3D2B12-A939-40F7-80C9-09F178DE4C9E}" srcOrd="0" destOrd="0" presId="urn:microsoft.com/office/officeart/2018/2/layout/IconCircleList"/>
    <dgm:cxn modelId="{ED5440D5-447B-4401-82DA-B613242C2DF4}" type="presOf" srcId="{E8D5FD83-9449-4F0B-AA77-731C27164E8C}" destId="{E1782CEC-179F-457A-815B-20E7BD28C4CE}" srcOrd="0" destOrd="0" presId="urn:microsoft.com/office/officeart/2018/2/layout/IconCircleList"/>
    <dgm:cxn modelId="{0587CA06-4D78-4A27-B536-833CCF4EE7A1}" type="presParOf" srcId="{35B81F66-0F2F-4662-838F-B38034ED3F74}" destId="{F0C6CB5C-AD3A-4EE9-891C-5F29CA682279}" srcOrd="0" destOrd="0" presId="urn:microsoft.com/office/officeart/2018/2/layout/IconCircleList"/>
    <dgm:cxn modelId="{55DB7042-5C71-40F0-8420-27858C71A1D2}" type="presParOf" srcId="{F0C6CB5C-AD3A-4EE9-891C-5F29CA682279}" destId="{E4EDC101-8BC3-402D-847C-EFAD17408B59}" srcOrd="0" destOrd="0" presId="urn:microsoft.com/office/officeart/2018/2/layout/IconCircleList"/>
    <dgm:cxn modelId="{A37D0C16-2788-4C12-BE38-DF47A7DF8FD3}" type="presParOf" srcId="{E4EDC101-8BC3-402D-847C-EFAD17408B59}" destId="{F66C0BE4-E80E-4D91-BCA4-6EB0F606199A}" srcOrd="0" destOrd="0" presId="urn:microsoft.com/office/officeart/2018/2/layout/IconCircleList"/>
    <dgm:cxn modelId="{1517FB70-ED35-472F-BE54-8F1C03467E9C}" type="presParOf" srcId="{E4EDC101-8BC3-402D-847C-EFAD17408B59}" destId="{B2D77E0E-FF16-4568-91B2-2EEB3C5CC530}" srcOrd="1" destOrd="0" presId="urn:microsoft.com/office/officeart/2018/2/layout/IconCircleList"/>
    <dgm:cxn modelId="{6153EB06-6ED3-45FD-8418-3DE7B12654CA}" type="presParOf" srcId="{E4EDC101-8BC3-402D-847C-EFAD17408B59}" destId="{A22C8D9B-71DE-452B-89F7-177802A0A0D1}" srcOrd="2" destOrd="0" presId="urn:microsoft.com/office/officeart/2018/2/layout/IconCircleList"/>
    <dgm:cxn modelId="{4B484475-ED48-464B-A506-205F8EC2ACD3}" type="presParOf" srcId="{E4EDC101-8BC3-402D-847C-EFAD17408B59}" destId="{02323CEA-E602-49B0-BE54-AED4AFD5185A}" srcOrd="3" destOrd="0" presId="urn:microsoft.com/office/officeart/2018/2/layout/IconCircleList"/>
    <dgm:cxn modelId="{DA3D968D-2478-4BBB-AEF8-B218EC0D617B}" type="presParOf" srcId="{F0C6CB5C-AD3A-4EE9-891C-5F29CA682279}" destId="{9C3D2B12-A939-40F7-80C9-09F178DE4C9E}" srcOrd="1" destOrd="0" presId="urn:microsoft.com/office/officeart/2018/2/layout/IconCircleList"/>
    <dgm:cxn modelId="{DA070463-9BA0-4852-922D-7602A99EC16F}" type="presParOf" srcId="{F0C6CB5C-AD3A-4EE9-891C-5F29CA682279}" destId="{F80569DD-FBF0-48F3-9567-C602EC48D301}" srcOrd="2" destOrd="0" presId="urn:microsoft.com/office/officeart/2018/2/layout/IconCircleList"/>
    <dgm:cxn modelId="{E7DA1282-7B69-4AE1-81F5-F99D74F9B323}" type="presParOf" srcId="{F80569DD-FBF0-48F3-9567-C602EC48D301}" destId="{2B269A19-516E-4FE0-B8BA-926F79D7D806}" srcOrd="0" destOrd="0" presId="urn:microsoft.com/office/officeart/2018/2/layout/IconCircleList"/>
    <dgm:cxn modelId="{617660D9-69DC-4579-A1E3-A40E56AC5BA7}" type="presParOf" srcId="{F80569DD-FBF0-48F3-9567-C602EC48D301}" destId="{8906E6F5-C79B-4AB8-8707-C1CE91FA4780}" srcOrd="1" destOrd="0" presId="urn:microsoft.com/office/officeart/2018/2/layout/IconCircleList"/>
    <dgm:cxn modelId="{CE0B4E3E-45A3-45C6-A3C0-7D9F7F005095}" type="presParOf" srcId="{F80569DD-FBF0-48F3-9567-C602EC48D301}" destId="{AC11DD5C-D334-4CF2-93E9-25C66F5B36A9}" srcOrd="2" destOrd="0" presId="urn:microsoft.com/office/officeart/2018/2/layout/IconCircleList"/>
    <dgm:cxn modelId="{E6733619-3AA5-49F2-9389-B38E2D281AC9}" type="presParOf" srcId="{F80569DD-FBF0-48F3-9567-C602EC48D301}" destId="{98FC8F1F-6A20-4DE7-861D-D16B3643F285}" srcOrd="3" destOrd="0" presId="urn:microsoft.com/office/officeart/2018/2/layout/IconCircleList"/>
    <dgm:cxn modelId="{3892885C-35D7-4416-8F7D-7FCA2DA715EC}" type="presParOf" srcId="{F0C6CB5C-AD3A-4EE9-891C-5F29CA682279}" destId="{BF486D79-2CFF-4664-A369-512A4FC4BD3E}" srcOrd="3" destOrd="0" presId="urn:microsoft.com/office/officeart/2018/2/layout/IconCircleList"/>
    <dgm:cxn modelId="{CD6B1633-AA79-4571-AA63-EBDAB51FE615}" type="presParOf" srcId="{F0C6CB5C-AD3A-4EE9-891C-5F29CA682279}" destId="{A73B9466-DE80-448D-89AD-715E76772497}" srcOrd="4" destOrd="0" presId="urn:microsoft.com/office/officeart/2018/2/layout/IconCircleList"/>
    <dgm:cxn modelId="{EDE9D521-D689-42F8-A3AB-E529F9C09D2C}" type="presParOf" srcId="{A73B9466-DE80-448D-89AD-715E76772497}" destId="{3088E50D-5A3C-44AE-9253-53E0C4A7CE1A}" srcOrd="0" destOrd="0" presId="urn:microsoft.com/office/officeart/2018/2/layout/IconCircleList"/>
    <dgm:cxn modelId="{CBFC3DDF-3BA2-419E-B600-4ECBBE98A17E}" type="presParOf" srcId="{A73B9466-DE80-448D-89AD-715E76772497}" destId="{B073227B-ECA5-4749-AB39-B7D691329EB9}" srcOrd="1" destOrd="0" presId="urn:microsoft.com/office/officeart/2018/2/layout/IconCircleList"/>
    <dgm:cxn modelId="{A6EA704E-986C-4015-B9BF-1D4B21CA7253}" type="presParOf" srcId="{A73B9466-DE80-448D-89AD-715E76772497}" destId="{B1D95CF4-359D-4889-9781-251F72861A35}" srcOrd="2" destOrd="0" presId="urn:microsoft.com/office/officeart/2018/2/layout/IconCircleList"/>
    <dgm:cxn modelId="{6BB323DC-CF0E-418C-886B-4280EC445A41}" type="presParOf" srcId="{A73B9466-DE80-448D-89AD-715E76772497}" destId="{77C2886F-0D5B-4126-9DA1-133A7FFB60D0}" srcOrd="3" destOrd="0" presId="urn:microsoft.com/office/officeart/2018/2/layout/IconCircleList"/>
    <dgm:cxn modelId="{AC2B76D4-5166-4056-B314-B02F30E39251}" type="presParOf" srcId="{F0C6CB5C-AD3A-4EE9-891C-5F29CA682279}" destId="{4BCF5D50-FA4A-4D9B-91FB-A0D6B9A62D25}" srcOrd="5" destOrd="0" presId="urn:microsoft.com/office/officeart/2018/2/layout/IconCircleList"/>
    <dgm:cxn modelId="{8488C59B-2F86-47AB-9A2A-18227FCEC1E1}" type="presParOf" srcId="{F0C6CB5C-AD3A-4EE9-891C-5F29CA682279}" destId="{28BCB237-56B6-4556-B712-6F9C2292DB5E}" srcOrd="6" destOrd="0" presId="urn:microsoft.com/office/officeart/2018/2/layout/IconCircleList"/>
    <dgm:cxn modelId="{CFA8E086-1949-447C-808E-89339E2D2D9B}" type="presParOf" srcId="{28BCB237-56B6-4556-B712-6F9C2292DB5E}" destId="{266E14C0-D248-4ADD-9C50-4DD589C6B9C3}" srcOrd="0" destOrd="0" presId="urn:microsoft.com/office/officeart/2018/2/layout/IconCircleList"/>
    <dgm:cxn modelId="{B247BCB8-5FE5-4DB1-BCAD-81DD3FBEF134}" type="presParOf" srcId="{28BCB237-56B6-4556-B712-6F9C2292DB5E}" destId="{0F89D445-64B5-4F53-B799-10EE246F328E}" srcOrd="1" destOrd="0" presId="urn:microsoft.com/office/officeart/2018/2/layout/IconCircleList"/>
    <dgm:cxn modelId="{7E415F8C-6200-4F1B-BBAC-B412F0EB12A5}" type="presParOf" srcId="{28BCB237-56B6-4556-B712-6F9C2292DB5E}" destId="{40ABC5FA-93B8-4826-A6B9-62A8D4B8DD53}" srcOrd="2" destOrd="0" presId="urn:microsoft.com/office/officeart/2018/2/layout/IconCircleList"/>
    <dgm:cxn modelId="{DB40AF04-C3AB-4A1E-9E51-C47FC1504930}" type="presParOf" srcId="{28BCB237-56B6-4556-B712-6F9C2292DB5E}" destId="{E1782CEC-179F-457A-815B-20E7BD28C4C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451F33-A576-4D38-9B24-728FFDB9D0D4}">
      <dsp:nvSpPr>
        <dsp:cNvPr id="0" name=""/>
        <dsp:cNvSpPr/>
      </dsp:nvSpPr>
      <dsp:spPr>
        <a:xfrm>
          <a:off x="0" y="0"/>
          <a:ext cx="5060965" cy="14175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HKUST lacks </a:t>
          </a:r>
          <a:r>
            <a:rPr lang="en-US" sz="2100" b="1" i="1" u="sng" kern="1200" dirty="0"/>
            <a:t>a dedicated platform</a:t>
          </a:r>
          <a:r>
            <a:rPr lang="en-US" sz="2100" b="0" kern="1200" dirty="0"/>
            <a:t> </a:t>
          </a:r>
          <a:r>
            <a:rPr lang="en-US" sz="2100" kern="1200" dirty="0"/>
            <a:t>for student collaboration,</a:t>
          </a:r>
          <a:r>
            <a:rPr lang="en-US" sz="2100" i="1" u="sng" kern="1200" dirty="0">
              <a:latin typeface="Aptos Display" panose="020F0302020204030204"/>
            </a:rPr>
            <a:t> </a:t>
          </a:r>
          <a:r>
            <a:rPr lang="en-US" sz="2100" b="1" i="1" u="sng" kern="1200" dirty="0"/>
            <a:t>especially for freshmen</a:t>
          </a:r>
          <a:r>
            <a:rPr lang="en-US" sz="2100" b="1" i="1" u="sng" kern="1200" dirty="0">
              <a:latin typeface="Aptos Display" panose="020F0302020204030204"/>
            </a:rPr>
            <a:t> (pathadvisor)</a:t>
          </a:r>
          <a:endParaRPr lang="en-US" sz="2100" b="1" i="1" u="sng" kern="1200" dirty="0"/>
        </a:p>
      </dsp:txBody>
      <dsp:txXfrm>
        <a:off x="41518" y="41518"/>
        <a:ext cx="3531325" cy="1334508"/>
      </dsp:txXfrm>
    </dsp:sp>
    <dsp:sp modelId="{9CCD205D-AF64-4417-9BCA-1E97D6DAAD8E}">
      <dsp:nvSpPr>
        <dsp:cNvPr id="0" name=""/>
        <dsp:cNvSpPr/>
      </dsp:nvSpPr>
      <dsp:spPr>
        <a:xfrm>
          <a:off x="446555" y="1653802"/>
          <a:ext cx="5060965" cy="14175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To address gap, we </a:t>
          </a:r>
          <a:r>
            <a:rPr lang="en-US" sz="2100" kern="1200" dirty="0">
              <a:latin typeface="Aptos Display" panose="020F0302020204030204"/>
            </a:rPr>
            <a:t>develop </a:t>
          </a:r>
          <a:r>
            <a:rPr lang="en-US" sz="2100" b="1" i="1" u="sng" kern="1200" dirty="0">
              <a:latin typeface="Aptos Display" panose="020F0302020204030204"/>
            </a:rPr>
            <a:t>"</a:t>
          </a:r>
          <a:r>
            <a:rPr lang="en-US" sz="2100" b="1" i="1" u="sng" kern="1200" dirty="0" err="1">
              <a:latin typeface="Aptos Display" panose="020F0302020204030204"/>
            </a:rPr>
            <a:t>USTLink</a:t>
          </a:r>
          <a:r>
            <a:rPr lang="en-US" sz="2100" b="1" i="1" u="sng" kern="1200" dirty="0">
              <a:latin typeface="Aptos Display" panose="020F0302020204030204"/>
            </a:rPr>
            <a:t>" mobile app</a:t>
          </a:r>
          <a:r>
            <a:rPr lang="en-US" sz="2100" kern="1200" dirty="0">
              <a:latin typeface="Aptos Display" panose="020F0302020204030204"/>
            </a:rPr>
            <a:t>,</a:t>
          </a:r>
          <a:r>
            <a:rPr lang="en-US" sz="2100" kern="1200" dirty="0"/>
            <a:t> a dedicated forum designed for HKUST students </a:t>
          </a:r>
          <a:r>
            <a:rPr lang="en-US" sz="2100" kern="1200" dirty="0">
              <a:latin typeface="Aptos Display" panose="020F0302020204030204"/>
            </a:rPr>
            <a:t>                                                           </a:t>
          </a:r>
        </a:p>
      </dsp:txBody>
      <dsp:txXfrm>
        <a:off x="488073" y="1695320"/>
        <a:ext cx="3609969" cy="1334508"/>
      </dsp:txXfrm>
    </dsp:sp>
    <dsp:sp modelId="{0BA73D9E-9641-4217-94B2-60CCBCB41E50}">
      <dsp:nvSpPr>
        <dsp:cNvPr id="0" name=""/>
        <dsp:cNvSpPr/>
      </dsp:nvSpPr>
      <dsp:spPr>
        <a:xfrm>
          <a:off x="893111" y="3307604"/>
          <a:ext cx="5060965" cy="14175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USTLink aims to </a:t>
          </a:r>
          <a:r>
            <a:rPr lang="en-US" sz="2100" kern="1200" dirty="0">
              <a:latin typeface="Aptos Display" panose="020F0302020204030204"/>
            </a:rPr>
            <a:t>be </a:t>
          </a:r>
          <a:r>
            <a:rPr lang="en-US" sz="2100" b="1" i="1" u="sng" kern="1200" dirty="0">
              <a:latin typeface="Aptos Display" panose="020F0302020204030204"/>
            </a:rPr>
            <a:t>a</a:t>
          </a:r>
          <a:r>
            <a:rPr lang="en-US" sz="2100" b="1" i="1" u="sng" kern="1200" dirty="0"/>
            <a:t> vital platform</a:t>
          </a:r>
          <a:r>
            <a:rPr lang="en-US" sz="2100" kern="1200" dirty="0"/>
            <a:t> for the HKUST community </a:t>
          </a:r>
        </a:p>
      </dsp:txBody>
      <dsp:txXfrm>
        <a:off x="934629" y="3349122"/>
        <a:ext cx="3609969" cy="1334508"/>
      </dsp:txXfrm>
    </dsp:sp>
    <dsp:sp modelId="{96EC9508-17AB-4F39-A3A7-95585460B79C}">
      <dsp:nvSpPr>
        <dsp:cNvPr id="0" name=""/>
        <dsp:cNvSpPr/>
      </dsp:nvSpPr>
      <dsp:spPr>
        <a:xfrm>
          <a:off x="4139561" y="1074971"/>
          <a:ext cx="921404" cy="92140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346877" y="1074971"/>
        <a:ext cx="506772" cy="693357"/>
      </dsp:txXfrm>
    </dsp:sp>
    <dsp:sp modelId="{C45051A0-FDC1-48E9-85A5-FA46DA9E5450}">
      <dsp:nvSpPr>
        <dsp:cNvPr id="0" name=""/>
        <dsp:cNvSpPr/>
      </dsp:nvSpPr>
      <dsp:spPr>
        <a:xfrm>
          <a:off x="4586117" y="2719323"/>
          <a:ext cx="921404" cy="921404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793433" y="2719323"/>
        <a:ext cx="506772" cy="6933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6C0BE4-E80E-4D91-BCA4-6EB0F606199A}">
      <dsp:nvSpPr>
        <dsp:cNvPr id="0" name=""/>
        <dsp:cNvSpPr/>
      </dsp:nvSpPr>
      <dsp:spPr>
        <a:xfrm>
          <a:off x="278145" y="674587"/>
          <a:ext cx="1369881" cy="13698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D77E0E-FF16-4568-91B2-2EEB3C5CC530}">
      <dsp:nvSpPr>
        <dsp:cNvPr id="0" name=""/>
        <dsp:cNvSpPr/>
      </dsp:nvSpPr>
      <dsp:spPr>
        <a:xfrm>
          <a:off x="565820" y="962262"/>
          <a:ext cx="794531" cy="79453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323CEA-E602-49B0-BE54-AED4AFD5185A}">
      <dsp:nvSpPr>
        <dsp:cNvPr id="0" name=""/>
        <dsp:cNvSpPr/>
      </dsp:nvSpPr>
      <dsp:spPr>
        <a:xfrm>
          <a:off x="1941572" y="674587"/>
          <a:ext cx="3229006" cy="13698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rgbClr val="FF0000"/>
              </a:solidFill>
            </a:rPr>
            <a:t>Secure login and registration for HKUST members. </a:t>
          </a:r>
        </a:p>
      </dsp:txBody>
      <dsp:txXfrm>
        <a:off x="1941572" y="674587"/>
        <a:ext cx="3229006" cy="1369881"/>
      </dsp:txXfrm>
    </dsp:sp>
    <dsp:sp modelId="{2B269A19-516E-4FE0-B8BA-926F79D7D806}">
      <dsp:nvSpPr>
        <dsp:cNvPr id="0" name=""/>
        <dsp:cNvSpPr/>
      </dsp:nvSpPr>
      <dsp:spPr>
        <a:xfrm>
          <a:off x="5733208" y="674587"/>
          <a:ext cx="1369881" cy="13698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06E6F5-C79B-4AB8-8707-C1CE91FA4780}">
      <dsp:nvSpPr>
        <dsp:cNvPr id="0" name=""/>
        <dsp:cNvSpPr/>
      </dsp:nvSpPr>
      <dsp:spPr>
        <a:xfrm>
          <a:off x="6020884" y="962262"/>
          <a:ext cx="794531" cy="79453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FC8F1F-6A20-4DE7-861D-D16B3643F285}">
      <dsp:nvSpPr>
        <dsp:cNvPr id="0" name=""/>
        <dsp:cNvSpPr/>
      </dsp:nvSpPr>
      <dsp:spPr>
        <a:xfrm>
          <a:off x="7396636" y="674587"/>
          <a:ext cx="3229006" cy="13698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rgbClr val="00B050"/>
              </a:solidFill>
            </a:rPr>
            <a:t>A dynamic discussion forum for communication. </a:t>
          </a:r>
        </a:p>
      </dsp:txBody>
      <dsp:txXfrm>
        <a:off x="7396636" y="674587"/>
        <a:ext cx="3229006" cy="1369881"/>
      </dsp:txXfrm>
    </dsp:sp>
    <dsp:sp modelId="{3088E50D-5A3C-44AE-9253-53E0C4A7CE1A}">
      <dsp:nvSpPr>
        <dsp:cNvPr id="0" name=""/>
        <dsp:cNvSpPr/>
      </dsp:nvSpPr>
      <dsp:spPr>
        <a:xfrm>
          <a:off x="278145" y="2881962"/>
          <a:ext cx="1369881" cy="13698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73227B-ECA5-4749-AB39-B7D691329EB9}">
      <dsp:nvSpPr>
        <dsp:cNvPr id="0" name=""/>
        <dsp:cNvSpPr/>
      </dsp:nvSpPr>
      <dsp:spPr>
        <a:xfrm>
          <a:off x="565820" y="3169637"/>
          <a:ext cx="794531" cy="79453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C2886F-0D5B-4126-9DA1-133A7FFB60D0}">
      <dsp:nvSpPr>
        <dsp:cNvPr id="0" name=""/>
        <dsp:cNvSpPr/>
      </dsp:nvSpPr>
      <dsp:spPr>
        <a:xfrm>
          <a:off x="1941572" y="2881962"/>
          <a:ext cx="3229006" cy="13698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rgbClr val="7030A0"/>
              </a:solidFill>
            </a:rPr>
            <a:t>A deadline calendar for managing academic responsibilities. </a:t>
          </a:r>
        </a:p>
      </dsp:txBody>
      <dsp:txXfrm>
        <a:off x="1941572" y="2881962"/>
        <a:ext cx="3229006" cy="1369881"/>
      </dsp:txXfrm>
    </dsp:sp>
    <dsp:sp modelId="{266E14C0-D248-4ADD-9C50-4DD589C6B9C3}">
      <dsp:nvSpPr>
        <dsp:cNvPr id="0" name=""/>
        <dsp:cNvSpPr/>
      </dsp:nvSpPr>
      <dsp:spPr>
        <a:xfrm>
          <a:off x="5733208" y="2881962"/>
          <a:ext cx="1369881" cy="13698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89D445-64B5-4F53-B799-10EE246F328E}">
      <dsp:nvSpPr>
        <dsp:cNvPr id="0" name=""/>
        <dsp:cNvSpPr/>
      </dsp:nvSpPr>
      <dsp:spPr>
        <a:xfrm>
          <a:off x="6020884" y="3169637"/>
          <a:ext cx="794531" cy="79453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782CEC-179F-457A-815B-20E7BD28C4CE}">
      <dsp:nvSpPr>
        <dsp:cNvPr id="0" name=""/>
        <dsp:cNvSpPr/>
      </dsp:nvSpPr>
      <dsp:spPr>
        <a:xfrm>
          <a:off x="7396636" y="2881962"/>
          <a:ext cx="3229006" cy="13698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rgbClr val="0070C0"/>
              </a:solidFill>
            </a:rPr>
            <a:t>An information page with useful links and resources.</a:t>
          </a:r>
        </a:p>
      </dsp:txBody>
      <dsp:txXfrm>
        <a:off x="7396636" y="2881962"/>
        <a:ext cx="3229006" cy="13698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15729" y="1764407"/>
            <a:ext cx="5760846" cy="2310312"/>
          </a:xfrm>
        </p:spPr>
        <p:txBody>
          <a:bodyPr>
            <a:normAutofit/>
          </a:bodyPr>
          <a:lstStyle/>
          <a:p>
            <a:r>
              <a:rPr lang="en-US" sz="5200">
                <a:solidFill>
                  <a:schemeClr val="tx2"/>
                </a:solidFill>
                <a:ea typeface="+mj-lt"/>
                <a:cs typeface="+mj-lt"/>
              </a:rPr>
              <a:t>USTLink</a:t>
            </a:r>
            <a:endParaRPr lang="en-US" sz="5200">
              <a:solidFill>
                <a:schemeClr val="tx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15729" y="4165152"/>
            <a:ext cx="5760846" cy="682079"/>
          </a:xfrm>
        </p:spPr>
        <p:txBody>
          <a:bodyPr>
            <a:norm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5" name="Rectangle 404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A09670-E168-00AF-BFAA-41E353C09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Overview</a:t>
            </a:r>
            <a:endParaRPr lang="en-US"/>
          </a:p>
        </p:txBody>
      </p:sp>
      <p:pic>
        <p:nvPicPr>
          <p:cNvPr id="400" name="Picture 399" descr="A black square with green text&#10;&#10;Description automatically generated">
            <a:extLst>
              <a:ext uri="{FF2B5EF4-FFF2-40B4-BE49-F238E27FC236}">
                <a16:creationId xmlns:a16="http://schemas.microsoft.com/office/drawing/2014/main" id="{C6ABE3AD-8556-FBBC-5B14-903D5FA5C4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29" b="2"/>
          <a:stretch/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407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9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AFC98D-1D6B-7ECA-B597-07BBB0187A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4660322"/>
              </p:ext>
            </p:extLst>
          </p:nvPr>
        </p:nvGraphicFramePr>
        <p:xfrm>
          <a:off x="838200" y="1739361"/>
          <a:ext cx="5954077" cy="4725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37881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A09670-E168-00AF-BFAA-41E353C09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>
                <a:ea typeface="+mj-lt"/>
                <a:cs typeface="+mj-lt"/>
              </a:rPr>
              <a:t>Objectives</a:t>
            </a:r>
          </a:p>
        </p:txBody>
      </p:sp>
      <p:graphicFrame>
        <p:nvGraphicFramePr>
          <p:cNvPr id="420" name="Content Placeholder 417">
            <a:extLst>
              <a:ext uri="{FF2B5EF4-FFF2-40B4-BE49-F238E27FC236}">
                <a16:creationId xmlns:a16="http://schemas.microsoft.com/office/drawing/2014/main" id="{DCDBD897-76AC-32BF-6E63-B4DF162C5A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7959442"/>
              </p:ext>
            </p:extLst>
          </p:nvPr>
        </p:nvGraphicFramePr>
        <p:xfrm>
          <a:off x="579408" y="1710607"/>
          <a:ext cx="10903788" cy="492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8849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4BFCCA4-109C-4B21-816E-144FE75C3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BBDBF-08ED-B52A-142F-7D6F47EEF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18" y="643465"/>
            <a:ext cx="3895359" cy="1846615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Existing Solutions:</a:t>
            </a:r>
            <a:endParaRPr lang="en-US" sz="5400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0059B5C0-FEC8-4370-AF45-02E3AEF6F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659144"/>
            <a:ext cx="3566160" cy="18288"/>
          </a:xfrm>
          <a:custGeom>
            <a:avLst/>
            <a:gdLst>
              <a:gd name="connsiteX0" fmla="*/ 0 w 3566160"/>
              <a:gd name="connsiteY0" fmla="*/ 0 h 18288"/>
              <a:gd name="connsiteX1" fmla="*/ 665683 w 3566160"/>
              <a:gd name="connsiteY1" fmla="*/ 0 h 18288"/>
              <a:gd name="connsiteX2" fmla="*/ 1331366 w 3566160"/>
              <a:gd name="connsiteY2" fmla="*/ 0 h 18288"/>
              <a:gd name="connsiteX3" fmla="*/ 1818742 w 3566160"/>
              <a:gd name="connsiteY3" fmla="*/ 0 h 18288"/>
              <a:gd name="connsiteX4" fmla="*/ 2413102 w 3566160"/>
              <a:gd name="connsiteY4" fmla="*/ 0 h 18288"/>
              <a:gd name="connsiteX5" fmla="*/ 2936138 w 3566160"/>
              <a:gd name="connsiteY5" fmla="*/ 0 h 18288"/>
              <a:gd name="connsiteX6" fmla="*/ 3566160 w 3566160"/>
              <a:gd name="connsiteY6" fmla="*/ 0 h 18288"/>
              <a:gd name="connsiteX7" fmla="*/ 3566160 w 3566160"/>
              <a:gd name="connsiteY7" fmla="*/ 18288 h 18288"/>
              <a:gd name="connsiteX8" fmla="*/ 2971800 w 3566160"/>
              <a:gd name="connsiteY8" fmla="*/ 18288 h 18288"/>
              <a:gd name="connsiteX9" fmla="*/ 2448763 w 3566160"/>
              <a:gd name="connsiteY9" fmla="*/ 18288 h 18288"/>
              <a:gd name="connsiteX10" fmla="*/ 1854403 w 3566160"/>
              <a:gd name="connsiteY10" fmla="*/ 18288 h 18288"/>
              <a:gd name="connsiteX11" fmla="*/ 1295705 w 3566160"/>
              <a:gd name="connsiteY11" fmla="*/ 18288 h 18288"/>
              <a:gd name="connsiteX12" fmla="*/ 772668 w 3566160"/>
              <a:gd name="connsiteY12" fmla="*/ 18288 h 18288"/>
              <a:gd name="connsiteX13" fmla="*/ 0 w 3566160"/>
              <a:gd name="connsiteY13" fmla="*/ 18288 h 18288"/>
              <a:gd name="connsiteX14" fmla="*/ 0 w 356616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566160" h="18288" fill="none" extrusionOk="0">
                <a:moveTo>
                  <a:pt x="0" y="0"/>
                </a:moveTo>
                <a:cubicBezTo>
                  <a:pt x="222644" y="15773"/>
                  <a:pt x="447078" y="-30288"/>
                  <a:pt x="665683" y="0"/>
                </a:cubicBezTo>
                <a:cubicBezTo>
                  <a:pt x="884288" y="30288"/>
                  <a:pt x="1132425" y="-6167"/>
                  <a:pt x="1331366" y="0"/>
                </a:cubicBezTo>
                <a:cubicBezTo>
                  <a:pt x="1530307" y="6167"/>
                  <a:pt x="1680942" y="17562"/>
                  <a:pt x="1818742" y="0"/>
                </a:cubicBezTo>
                <a:cubicBezTo>
                  <a:pt x="1956542" y="-17562"/>
                  <a:pt x="2130227" y="23032"/>
                  <a:pt x="2413102" y="0"/>
                </a:cubicBezTo>
                <a:cubicBezTo>
                  <a:pt x="2695977" y="-23032"/>
                  <a:pt x="2679988" y="-13260"/>
                  <a:pt x="2936138" y="0"/>
                </a:cubicBezTo>
                <a:cubicBezTo>
                  <a:pt x="3192288" y="13260"/>
                  <a:pt x="3378668" y="16268"/>
                  <a:pt x="3566160" y="0"/>
                </a:cubicBezTo>
                <a:cubicBezTo>
                  <a:pt x="3566199" y="7328"/>
                  <a:pt x="3566779" y="9982"/>
                  <a:pt x="3566160" y="18288"/>
                </a:cubicBezTo>
                <a:cubicBezTo>
                  <a:pt x="3315478" y="45899"/>
                  <a:pt x="3188272" y="-7574"/>
                  <a:pt x="2971800" y="18288"/>
                </a:cubicBezTo>
                <a:cubicBezTo>
                  <a:pt x="2755328" y="44150"/>
                  <a:pt x="2598570" y="34692"/>
                  <a:pt x="2448763" y="18288"/>
                </a:cubicBezTo>
                <a:cubicBezTo>
                  <a:pt x="2298956" y="1884"/>
                  <a:pt x="2011344" y="-7043"/>
                  <a:pt x="1854403" y="18288"/>
                </a:cubicBezTo>
                <a:cubicBezTo>
                  <a:pt x="1697462" y="43619"/>
                  <a:pt x="1444994" y="618"/>
                  <a:pt x="1295705" y="18288"/>
                </a:cubicBezTo>
                <a:cubicBezTo>
                  <a:pt x="1146416" y="35958"/>
                  <a:pt x="965401" y="42167"/>
                  <a:pt x="772668" y="18288"/>
                </a:cubicBezTo>
                <a:cubicBezTo>
                  <a:pt x="579935" y="-5591"/>
                  <a:pt x="352420" y="-19381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566160" h="18288" stroke="0" extrusionOk="0">
                <a:moveTo>
                  <a:pt x="0" y="0"/>
                </a:moveTo>
                <a:cubicBezTo>
                  <a:pt x="169947" y="-5008"/>
                  <a:pt x="340602" y="-17518"/>
                  <a:pt x="594360" y="0"/>
                </a:cubicBezTo>
                <a:cubicBezTo>
                  <a:pt x="848118" y="17518"/>
                  <a:pt x="997921" y="8866"/>
                  <a:pt x="1224382" y="0"/>
                </a:cubicBezTo>
                <a:cubicBezTo>
                  <a:pt x="1450843" y="-8866"/>
                  <a:pt x="1572343" y="8392"/>
                  <a:pt x="1783080" y="0"/>
                </a:cubicBezTo>
                <a:cubicBezTo>
                  <a:pt x="1993817" y="-8392"/>
                  <a:pt x="2266728" y="2126"/>
                  <a:pt x="2448763" y="0"/>
                </a:cubicBezTo>
                <a:cubicBezTo>
                  <a:pt x="2630798" y="-2126"/>
                  <a:pt x="2815508" y="-13843"/>
                  <a:pt x="3043123" y="0"/>
                </a:cubicBezTo>
                <a:cubicBezTo>
                  <a:pt x="3270738" y="13843"/>
                  <a:pt x="3420568" y="2184"/>
                  <a:pt x="3566160" y="0"/>
                </a:cubicBezTo>
                <a:cubicBezTo>
                  <a:pt x="3566487" y="8595"/>
                  <a:pt x="3566088" y="13110"/>
                  <a:pt x="3566160" y="18288"/>
                </a:cubicBezTo>
                <a:cubicBezTo>
                  <a:pt x="3421748" y="9323"/>
                  <a:pt x="3176383" y="-3939"/>
                  <a:pt x="2971800" y="18288"/>
                </a:cubicBezTo>
                <a:cubicBezTo>
                  <a:pt x="2767217" y="40515"/>
                  <a:pt x="2590769" y="4336"/>
                  <a:pt x="2306117" y="18288"/>
                </a:cubicBezTo>
                <a:cubicBezTo>
                  <a:pt x="2021465" y="32240"/>
                  <a:pt x="1860727" y="-9280"/>
                  <a:pt x="1676095" y="18288"/>
                </a:cubicBezTo>
                <a:cubicBezTo>
                  <a:pt x="1491463" y="45856"/>
                  <a:pt x="1329173" y="5765"/>
                  <a:pt x="1153058" y="18288"/>
                </a:cubicBezTo>
                <a:cubicBezTo>
                  <a:pt x="976943" y="30811"/>
                  <a:pt x="895178" y="4751"/>
                  <a:pt x="665683" y="18288"/>
                </a:cubicBezTo>
                <a:cubicBezTo>
                  <a:pt x="436189" y="31825"/>
                  <a:pt x="302924" y="2002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BDEC361F-3D20-8A33-96B2-9592A8FB0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167"/>
            <a:ext cx="3895522" cy="3386399"/>
          </a:xfrm>
        </p:spPr>
        <p:txBody>
          <a:bodyPr>
            <a:normAutofit/>
          </a:bodyPr>
          <a:lstStyle/>
          <a:p>
            <a:endParaRPr lang="en-US" sz="2200"/>
          </a:p>
        </p:txBody>
      </p:sp>
      <p:pic>
        <p:nvPicPr>
          <p:cNvPr id="6" name="Content Placeholder 5" descr="Dcard HK">
            <a:extLst>
              <a:ext uri="{FF2B5EF4-FFF2-40B4-BE49-F238E27FC236}">
                <a16:creationId xmlns:a16="http://schemas.microsoft.com/office/drawing/2014/main" id="{49B0C823-72F9-3F4F-98F5-AEA7F1C3A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342900"/>
            <a:ext cx="3099816" cy="3099816"/>
          </a:xfrm>
          <a:prstGeom prst="rect">
            <a:avLst/>
          </a:prstGeom>
        </p:spPr>
      </p:pic>
      <p:pic>
        <p:nvPicPr>
          <p:cNvPr id="4" name="Picture 3" descr="App Store 上的《Gööp》">
            <a:extLst>
              <a:ext uri="{FF2B5EF4-FFF2-40B4-BE49-F238E27FC236}">
                <a16:creationId xmlns:a16="http://schemas.microsoft.com/office/drawing/2014/main" id="{F2FE3BA4-2748-8DD8-A8D9-716E0C3F1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539475"/>
            <a:ext cx="3785616" cy="1892808"/>
          </a:xfrm>
          <a:prstGeom prst="rect">
            <a:avLst/>
          </a:prstGeom>
        </p:spPr>
      </p:pic>
      <p:pic>
        <p:nvPicPr>
          <p:cNvPr id="5" name="Picture 4" descr="15 Benefits of Using the Discord App - 316 Strategy Group">
            <a:extLst>
              <a:ext uri="{FF2B5EF4-FFF2-40B4-BE49-F238E27FC236}">
                <a16:creationId xmlns:a16="http://schemas.microsoft.com/office/drawing/2014/main" id="{96D2AA31-F146-A36E-9B1D-B018DFDE77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4126596"/>
            <a:ext cx="3099816" cy="1735896"/>
          </a:xfrm>
          <a:prstGeom prst="rect">
            <a:avLst/>
          </a:prstGeom>
        </p:spPr>
      </p:pic>
      <p:pic>
        <p:nvPicPr>
          <p:cNvPr id="3" name="Graphic 2" descr="Facebook - 維基百科，自由的百科全書">
            <a:extLst>
              <a:ext uri="{FF2B5EF4-FFF2-40B4-BE49-F238E27FC236}">
                <a16:creationId xmlns:a16="http://schemas.microsoft.com/office/drawing/2014/main" id="{7EA0B5AA-682D-84A2-B0B5-1954342AF0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29792" y="2971759"/>
            <a:ext cx="3221807" cy="322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12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BBDBF-08ED-B52A-142F-7D6F47EEF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Overall Structure</a:t>
            </a:r>
          </a:p>
        </p:txBody>
      </p:sp>
      <p:pic>
        <p:nvPicPr>
          <p:cNvPr id="6" name="Content Placeholder 5" descr="A diagram of a program&#10;&#10;Description automatically generated">
            <a:extLst>
              <a:ext uri="{FF2B5EF4-FFF2-40B4-BE49-F238E27FC236}">
                <a16:creationId xmlns:a16="http://schemas.microsoft.com/office/drawing/2014/main" id="{245D0AFE-F4F8-D95E-1C97-D2D1F37C2F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374"/>
          <a:stretch/>
        </p:blipFill>
        <p:spPr>
          <a:xfrm>
            <a:off x="4223722" y="355919"/>
            <a:ext cx="6945110" cy="6503266"/>
          </a:xfrm>
          <a:prstGeom prst="rect">
            <a:avLst/>
          </a:prstGeom>
        </p:spPr>
      </p:pic>
      <p:pic>
        <p:nvPicPr>
          <p:cNvPr id="3" name="Picture 2" descr="Forum - Free business icons">
            <a:extLst>
              <a:ext uri="{FF2B5EF4-FFF2-40B4-BE49-F238E27FC236}">
                <a16:creationId xmlns:a16="http://schemas.microsoft.com/office/drawing/2014/main" id="{E02B72C0-50C3-3268-0CE9-707EAE831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078" y="2140484"/>
            <a:ext cx="1508567" cy="1489277"/>
          </a:xfrm>
          <a:prstGeom prst="rect">
            <a:avLst/>
          </a:prstGeom>
        </p:spPr>
      </p:pic>
      <p:pic>
        <p:nvPicPr>
          <p:cNvPr id="4" name="Picture 3" descr="Calendar - Free interface icons">
            <a:extLst>
              <a:ext uri="{FF2B5EF4-FFF2-40B4-BE49-F238E27FC236}">
                <a16:creationId xmlns:a16="http://schemas.microsoft.com/office/drawing/2014/main" id="{F45D80E7-C451-033F-2EDF-6F037C487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0046" y="3629628"/>
            <a:ext cx="1151682" cy="1103454"/>
          </a:xfrm>
          <a:prstGeom prst="rect">
            <a:avLst/>
          </a:prstGeom>
        </p:spPr>
      </p:pic>
      <p:pic>
        <p:nvPicPr>
          <p:cNvPr id="7" name="Picture 6" descr="settings&quot; Icon - Download for free – Iconduck">
            <a:extLst>
              <a:ext uri="{FF2B5EF4-FFF2-40B4-BE49-F238E27FC236}">
                <a16:creationId xmlns:a16="http://schemas.microsoft.com/office/drawing/2014/main" id="{4C52E253-4992-9043-FB33-68EF33F6A7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5716" y="6003777"/>
            <a:ext cx="987707" cy="927154"/>
          </a:xfrm>
          <a:prstGeom prst="rect">
            <a:avLst/>
          </a:prstGeom>
        </p:spPr>
      </p:pic>
      <p:pic>
        <p:nvPicPr>
          <p:cNvPr id="9" name="Picture 8" descr="Information - Free communications icons">
            <a:extLst>
              <a:ext uri="{FF2B5EF4-FFF2-40B4-BE49-F238E27FC236}">
                <a16:creationId xmlns:a16="http://schemas.microsoft.com/office/drawing/2014/main" id="{5C6FC662-5F58-1680-AC94-290E36CFE4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6741" y="4742475"/>
            <a:ext cx="1140124" cy="1121434"/>
          </a:xfrm>
          <a:prstGeom prst="rect">
            <a:avLst/>
          </a:prstGeom>
        </p:spPr>
      </p:pic>
      <p:pic>
        <p:nvPicPr>
          <p:cNvPr id="10" name="Picture 9" descr="Register - Free commerce and shopping icons">
            <a:extLst>
              <a:ext uri="{FF2B5EF4-FFF2-40B4-BE49-F238E27FC236}">
                <a16:creationId xmlns:a16="http://schemas.microsoft.com/office/drawing/2014/main" id="{EA1CA5D8-AD61-9DE4-F97F-1348C31498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6914" y="1295400"/>
            <a:ext cx="1360715" cy="1349829"/>
          </a:xfrm>
          <a:prstGeom prst="rect">
            <a:avLst/>
          </a:prstGeom>
        </p:spPr>
      </p:pic>
      <p:pic>
        <p:nvPicPr>
          <p:cNvPr id="12" name="Picture 11" descr="Login Basic Rounded Lineal icon | Freepik">
            <a:extLst>
              <a:ext uri="{FF2B5EF4-FFF2-40B4-BE49-F238E27FC236}">
                <a16:creationId xmlns:a16="http://schemas.microsoft.com/office/drawing/2014/main" id="{239AF928-968D-0BD6-6DF9-784A685142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53543" y="1273629"/>
            <a:ext cx="1360715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566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Flutter for Hybrid Apps: Why Flutter is the Best Platform">
            <a:extLst>
              <a:ext uri="{FF2B5EF4-FFF2-40B4-BE49-F238E27FC236}">
                <a16:creationId xmlns:a16="http://schemas.microsoft.com/office/drawing/2014/main" id="{3B64FC56-010B-603F-0468-D047D2C560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552" r="1" b="5038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5" name="Picture 4" descr="Development">
            <a:extLst>
              <a:ext uri="{FF2B5EF4-FFF2-40B4-BE49-F238E27FC236}">
                <a16:creationId xmlns:a16="http://schemas.microsoft.com/office/drawing/2014/main" id="{8C15CDF8-F523-4799-77F0-2ED86BAAD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5051"/>
            <a:ext cx="6542313" cy="5337010"/>
          </a:xfrm>
          <a:prstGeom prst="rect">
            <a:avLst/>
          </a:prstGeom>
        </p:spPr>
      </p:pic>
      <p:pic>
        <p:nvPicPr>
          <p:cNvPr id="6" name="Picture 5" descr="Kotlin: A Beginner's Guide and Tutorial | Okta Developer">
            <a:extLst>
              <a:ext uri="{FF2B5EF4-FFF2-40B4-BE49-F238E27FC236}">
                <a16:creationId xmlns:a16="http://schemas.microsoft.com/office/drawing/2014/main" id="{52FB8626-C81C-1907-F87E-5866E2337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3971" y="640624"/>
            <a:ext cx="4713514" cy="247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122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A09670-E168-00AF-BFAA-41E353C09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>
                <a:ea typeface="+mj-lt"/>
                <a:cs typeface="+mj-lt"/>
              </a:rPr>
              <a:t>User Register/Login Function</a:t>
            </a:r>
            <a:endParaRPr lang="en-US" sz="2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773FA-ADA7-625E-AF23-27AABDBB4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437" y="3654225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700" dirty="0">
              <a:ea typeface="+mn-lt"/>
              <a:cs typeface="+mn-lt"/>
            </a:endParaRPr>
          </a:p>
          <a:p>
            <a:r>
              <a:rPr lang="en-US" sz="1700" dirty="0">
                <a:ea typeface="+mn-lt"/>
                <a:cs typeface="+mn-lt"/>
              </a:rPr>
              <a:t>Requires HKUST email verification.</a:t>
            </a:r>
          </a:p>
          <a:p>
            <a:endParaRPr lang="en-US" sz="1700"/>
          </a:p>
        </p:txBody>
      </p:sp>
      <p:pic>
        <p:nvPicPr>
          <p:cNvPr id="4" name="Picture 3" descr="A diagram of a login and registration process&#10;&#10;Description automatically generated">
            <a:extLst>
              <a:ext uri="{FF2B5EF4-FFF2-40B4-BE49-F238E27FC236}">
                <a16:creationId xmlns:a16="http://schemas.microsoft.com/office/drawing/2014/main" id="{DBBFB07C-D7BC-C99F-8E6F-8C2D96388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356" y="456763"/>
            <a:ext cx="7509836" cy="5609629"/>
          </a:xfrm>
          <a:prstGeom prst="rect">
            <a:avLst/>
          </a:prstGeom>
        </p:spPr>
      </p:pic>
      <p:pic>
        <p:nvPicPr>
          <p:cNvPr id="5" name="Picture 4" descr="Firebase | Google's Mobile and Web App Development Platform">
            <a:extLst>
              <a:ext uri="{FF2B5EF4-FFF2-40B4-BE49-F238E27FC236}">
                <a16:creationId xmlns:a16="http://schemas.microsoft.com/office/drawing/2014/main" id="{BF0190AA-7847-D3EE-D2B3-918AEADA9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" y="2388734"/>
            <a:ext cx="3028950" cy="15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772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Best Practices for Firebase Authentication">
            <a:extLst>
              <a:ext uri="{FF2B5EF4-FFF2-40B4-BE49-F238E27FC236}">
                <a16:creationId xmlns:a16="http://schemas.microsoft.com/office/drawing/2014/main" id="{7813F7D0-AFD9-CAAB-CB91-CAFB94E6AC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053" y="1891517"/>
            <a:ext cx="4777381" cy="2902258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14" name="Arc 13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BBDBF-08ED-B52A-142F-7D6F47EEF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Database Design: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A6936-B5A1-4D92-86FA-085629A8B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84443"/>
            <a:ext cx="5257800" cy="41925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Uses Firebase for dynamic data access and security.   </a:t>
            </a:r>
          </a:p>
          <a:p>
            <a:r>
              <a:rPr lang="en-US" dirty="0">
                <a:ea typeface="+mn-lt"/>
                <a:cs typeface="+mn-lt"/>
              </a:rPr>
              <a:t>Accommodates basic forum functionalities like posts and comments.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618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09670-E168-00AF-BFAA-41E353C09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UI Prototype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773FA-ADA7-625E-AF23-27AABDBB4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- **Forum Design:**   - Features a searchable interface with likes, comments, and trending posts. </a:t>
            </a:r>
          </a:p>
          <a:p>
            <a:r>
              <a:rPr lang="en-US">
                <a:ea typeface="+mn-lt"/>
                <a:cs typeface="+mn-lt"/>
              </a:rPr>
              <a:t>- **Deadline Calendar:**   - Allows </a:t>
            </a:r>
            <a:r>
              <a:rPr lang="en-US" dirty="0">
                <a:ea typeface="+mn-lt"/>
                <a:cs typeface="+mn-lt"/>
              </a:rPr>
              <a:t>easy management of events with automatic reminders. 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- **Information Page:**   - Provides access to educational resources and HKUST updates.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243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BBDBF-08ED-B52A-142F-7D6F47EEF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A6936-B5A1-4D92-86FA-085629A8B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chat</a:t>
            </a:r>
          </a:p>
        </p:txBody>
      </p:sp>
    </p:spTree>
    <p:extLst>
      <p:ext uri="{BB962C8B-B14F-4D97-AF65-F5344CB8AC3E}">
        <p14:creationId xmlns:p14="http://schemas.microsoft.com/office/powerpoint/2010/main" val="1017651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BBDBF-08ED-B52A-142F-7D6F47EEF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A6936-B5A1-4D92-86FA-085629A8B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91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USTLink</vt:lpstr>
      <vt:lpstr>Overview</vt:lpstr>
      <vt:lpstr>Objectives</vt:lpstr>
      <vt:lpstr>Existing Solutions:</vt:lpstr>
      <vt:lpstr>Overall Structure</vt:lpstr>
      <vt:lpstr>PowerPoint Presentation</vt:lpstr>
      <vt:lpstr>User Register/Login Function</vt:lpstr>
      <vt:lpstr>Database Design:</vt:lpstr>
      <vt:lpstr>UI Prototype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231</cp:revision>
  <dcterms:created xsi:type="dcterms:W3CDTF">2024-11-14T10:17:07Z</dcterms:created>
  <dcterms:modified xsi:type="dcterms:W3CDTF">2024-11-18T07:40:00Z</dcterms:modified>
</cp:coreProperties>
</file>