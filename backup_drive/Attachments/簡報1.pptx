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1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C6B6CB-5148-3FD8-142D-47AE4FC2C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F0F36EB-50C0-DAF3-9E91-E0970D469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46A50E-D2DC-F40B-1E9D-7A82266C1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95BF48-9F8C-54A6-F352-C36A50B68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CAE437-7984-DC18-E23E-5116C9AD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3389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696D0D-5D3B-1B77-E8EE-C283CDA8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31E5B7-1027-C14E-F0C8-5099F410C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D9A747-4898-36A3-50B7-C55C2822C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BEF5C5-A000-950F-C385-7CF5C744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A46E9D-43FC-9B52-8F7B-39412FDC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13920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B53E65-D694-D590-AC95-E8CDCF07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3D57DED-5D48-3E85-0975-05AD091A1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F8E6BF-E7E5-BAD0-85DD-DE4BA3743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474E78-244D-EAD3-1374-522C1D5C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CC5FB0-8BC3-3DC1-F874-F71B9C1D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4982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62F573-5234-48F6-6B53-EB16845E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00990C-3C14-42B0-740A-FDC7F9BB7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7DE7395-A6F2-86FE-EE04-5F99E7C52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23E5B1-24FB-BFD7-E951-DCF31910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21D694-726C-C147-1504-077D14BD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0D2D44-0E77-A7D7-08BF-7C331175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2971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4FBF40-4166-4E52-37A8-EC5B5A59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97DFEA6-EAFB-4FD2-667F-51D2A0001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CB05ECF-61F3-D828-BEE9-2D61B0C6E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46E5DE4-D776-6568-08D2-203E273F1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161F172-E5CC-C4D0-2C1D-D49091317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A51E856-EDD7-D23B-3FE9-69107F4A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6BBCDB2-82B1-7221-99D1-585B6F350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1421711-0675-1A1B-2840-31710496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9146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605C2A-633D-7875-27C7-834BF688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0E76A7E-BD9A-6D09-691F-2FC689EA0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2956E4F-F411-6838-9B71-F63C222F6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C75ABA9-DC59-409C-BEC4-63EE6342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499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2BDF1DA-90B5-5F2A-0019-736125D6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54E8535-1FEB-63C9-E2ED-B8BDE94FD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85C676-0E9E-B67A-177A-6E6112DB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1082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A0B1C-A9FE-EACC-E88D-80D5DC9B7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98C681-230D-8F9F-7A6D-546E9ABB9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BB4A21-0605-D62B-27BE-857A06D2D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806649-821E-6C99-3EC0-481B1394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2201CE-4600-9A1B-E610-17CDAAB12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759755-8157-C2EF-BD11-C5B8E8A2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19218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D762F-F879-3AC5-EB51-ABBDCA9A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033A88E-68BC-DB57-6A89-72AEDE040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3CC3EA-EC9B-07FE-7125-0628BA4F9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DEF1A0-EE07-0D91-21DE-08FA8E57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D7F3F9-F75F-4BA5-6F83-9A3494DE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B1C36E8-BE1E-A6F6-420B-EBCCB0A1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8665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6CAF6-B475-CDF0-5A80-C62E4F1CB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63B214-A0E3-BC4F-CC0B-67521DFEC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1B6CFC-60E5-45B9-73BF-E467E282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CCBA09-756C-C88F-DC99-401D51A4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C4A7F0-81B5-F1A9-A1D7-BF10C6E1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28267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A5E85AB-DB40-EE46-A834-EB665D308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30DE278-B383-6D61-B06E-3476EB525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BA526B-0CD9-D100-446A-CB3E0B43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1BB6A3-78DA-B509-459B-D4DE3D11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4C7CE2-62EB-A568-24BC-4CEEEE80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27319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A9CF762-9C46-E564-AC14-9A7936F9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05C815-4FC9-FD07-0F59-A387EFA16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9EEA49-E893-33DA-54D0-5E1042113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C7559-C1FB-46EA-B4DA-028CCE9AF6DC}" type="datetimeFigureOut">
              <a:rPr lang="zh-HK" altLang="en-US" smtClean="0"/>
              <a:t>24/4/2025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70E657-E10E-E4C2-B10B-3E7D7E7B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D57DBC-BEE0-567E-EAB7-2082CCA20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AC365-33FD-4717-8733-478BA776FD9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0795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0E6473-E571-7FC0-A13E-AC05522F75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9FCBD49-BD96-7A3F-1A01-08F3F3C797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67618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C417A3-082B-0579-3FFE-A7A89BC3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Introduction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4393C5-8D88-CD71-018C-EA6EEA463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HK" b="1" dirty="0"/>
              <a:t>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HK" b="1" dirty="0"/>
              <a:t>Overview:</a:t>
            </a:r>
            <a:r>
              <a:rPr lang="en-US" altLang="zh-HK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/>
              <a:t>70% of university students experience depressive symptoms; 50% experience anxiety issues.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/>
              <a:t>Gaming is widely used as a stress-relief mechanism (9.7 hours/week on average).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HK" b="1" dirty="0"/>
              <a:t>Problem Statement:</a:t>
            </a:r>
            <a:r>
              <a:rPr lang="en-US" altLang="zh-HK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/>
              <a:t>Poor-quality games increase stress, while good-quality games can improve mental health.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HK" b="1" dirty="0"/>
              <a:t>Solution:</a:t>
            </a:r>
            <a:r>
              <a:rPr lang="en-US" altLang="zh-HK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/>
              <a:t>Develop a </a:t>
            </a:r>
            <a:r>
              <a:rPr lang="en-US" altLang="zh-HK" b="1" dirty="0"/>
              <a:t>non-competitive, roguelike deck-building game</a:t>
            </a:r>
            <a:r>
              <a:rPr lang="en-US" altLang="zh-HK" dirty="0"/>
              <a:t> with a focus on mental wellness.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78018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631335-28D3-DBB1-B799-CD941A46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b="1" dirty="0"/>
              <a:t>Slide 3: Objectives of the Project</a:t>
            </a:r>
            <a:br>
              <a:rPr lang="en-US" altLang="zh-HK" b="1" dirty="0"/>
            </a:br>
            <a:endParaRPr lang="zh-HK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832ED78-A0E8-FE5C-0814-6D7B2CF0FAD2}"/>
              </a:ext>
            </a:extLst>
          </p:cNvPr>
          <p:cNvSpPr txBox="1"/>
          <p:nvPr/>
        </p:nvSpPr>
        <p:spPr>
          <a:xfrm>
            <a:off x="-160421" y="16906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/>
              <a:t>Create a meaningful indie PC game that promotes mental healing.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28B6318-83C4-B56B-7B3D-E5092FF07856}"/>
              </a:ext>
            </a:extLst>
          </p:cNvPr>
          <p:cNvSpPr txBox="1"/>
          <p:nvPr/>
        </p:nvSpPr>
        <p:spPr>
          <a:xfrm>
            <a:off x="4395537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/>
              <a:t>Build an </a:t>
            </a:r>
            <a:r>
              <a:rPr lang="en-US" altLang="zh-HK" b="1" dirty="0"/>
              <a:t>external controller</a:t>
            </a:r>
            <a:r>
              <a:rPr lang="en-US" altLang="zh-HK" dirty="0"/>
              <a:t> for better interaction.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2486CD5-204A-7046-EE62-FA0DFB6055A5}"/>
              </a:ext>
            </a:extLst>
          </p:cNvPr>
          <p:cNvSpPr txBox="1"/>
          <p:nvPr/>
        </p:nvSpPr>
        <p:spPr>
          <a:xfrm>
            <a:off x="3296653" y="40194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HK" dirty="0"/>
              <a:t>Build an </a:t>
            </a:r>
            <a:r>
              <a:rPr lang="en-US" altLang="zh-HK" b="1" dirty="0"/>
              <a:t>external controller</a:t>
            </a:r>
            <a:r>
              <a:rPr lang="en-US" altLang="zh-HK" dirty="0"/>
              <a:t> for better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104722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D75D09BF980840A2B76C9AB6EF6B07" ma:contentTypeVersion="9" ma:contentTypeDescription="Create a new document." ma:contentTypeScope="" ma:versionID="8d9c74e8338a6814b979d9ab2e2fe38f">
  <xsd:schema xmlns:xsd="http://www.w3.org/2001/XMLSchema" xmlns:xs="http://www.w3.org/2001/XMLSchema" xmlns:p="http://schemas.microsoft.com/office/2006/metadata/properties" xmlns:ns3="5157775a-f19f-405a-a568-ddfbd04d121c" xmlns:ns4="4c79a1e4-a964-4a50-853c-45750f5de1e7" targetNamespace="http://schemas.microsoft.com/office/2006/metadata/properties" ma:root="true" ma:fieldsID="89a599f57b5d31b3906a7213ff12900c" ns3:_="" ns4:_="">
    <xsd:import namespace="5157775a-f19f-405a-a568-ddfbd04d121c"/>
    <xsd:import namespace="4c79a1e4-a964-4a50-853c-45750f5de1e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57775a-f19f-405a-a568-ddfbd04d12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79a1e4-a964-4a50-853c-45750f5de1e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157775a-f19f-405a-a568-ddfbd04d121c" xsi:nil="true"/>
  </documentManagement>
</p:properties>
</file>

<file path=customXml/itemProps1.xml><?xml version="1.0" encoding="utf-8"?>
<ds:datastoreItem xmlns:ds="http://schemas.openxmlformats.org/officeDocument/2006/customXml" ds:itemID="{57521E25-1196-478A-9644-B6126DCB95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57775a-f19f-405a-a568-ddfbd04d121c"/>
    <ds:schemaRef ds:uri="4c79a1e4-a964-4a50-853c-45750f5de1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AE691F-07AA-4F66-9BA5-98CA7C3389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F7D147-157D-4C0E-B369-F355FC41079D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4c79a1e4-a964-4a50-853c-45750f5de1e7"/>
    <ds:schemaRef ds:uri="http://schemas.microsoft.com/office/2006/documentManagement/types"/>
    <ds:schemaRef ds:uri="http://schemas.microsoft.com/office/2006/metadata/properties"/>
    <ds:schemaRef ds:uri="5157775a-f19f-405a-a568-ddfbd04d121c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104</Words>
  <Application>Microsoft Office PowerPoint</Application>
  <PresentationFormat>寬螢幕</PresentationFormat>
  <Paragraphs>13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Introduction</vt:lpstr>
      <vt:lpstr>Slide 3: Objectives of the Project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Po Wa</dc:creator>
  <cp:lastModifiedBy>HO Po Wa</cp:lastModifiedBy>
  <cp:revision>1</cp:revision>
  <dcterms:created xsi:type="dcterms:W3CDTF">2025-04-24T08:07:04Z</dcterms:created>
  <dcterms:modified xsi:type="dcterms:W3CDTF">2025-04-24T10:47:21Z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0x010100B9D75D09BF980840A2B76C9AB6EF6B07</vt:lpwstr>
  </property>
</Properties>
</file>