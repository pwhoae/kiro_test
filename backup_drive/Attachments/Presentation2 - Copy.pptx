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4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F711D4-F14A-4879-A0EA-7C95D9B28B2B}" v="2" dt="2025-04-23T08:52:26.162"/>
    <p1510:client id="{B604586C-620A-9620-EAFC-2E009A1B79D3}" v="290" dt="2025-04-23T09:29:37.294"/>
    <p1510:client id="{DD313F03-7FC4-121F-02B3-BE6E080B88BA}" v="1" dt="2025-04-22T13:14:29.3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102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 Po Wa" userId="S::pwhoae@connect.ust.hk::117daab9-5a54-490c-9316-91f44428aa12" providerId="AD" clId="Web-{B604586C-620A-9620-EAFC-2E009A1B79D3}"/>
    <pc:docChg chg="addSld delSld modSld">
      <pc:chgData name="HO Po Wa" userId="S::pwhoae@connect.ust.hk::117daab9-5a54-490c-9316-91f44428aa12" providerId="AD" clId="Web-{B604586C-620A-9620-EAFC-2E009A1B79D3}" dt="2025-04-23T09:29:37.294" v="404"/>
      <pc:docMkLst>
        <pc:docMk/>
      </pc:docMkLst>
      <pc:sldChg chg="modSp">
        <pc:chgData name="HO Po Wa" userId="S::pwhoae@connect.ust.hk::117daab9-5a54-490c-9316-91f44428aa12" providerId="AD" clId="Web-{B604586C-620A-9620-EAFC-2E009A1B79D3}" dt="2025-04-23T09:03:01.654" v="266" actId="1076"/>
        <pc:sldMkLst>
          <pc:docMk/>
          <pc:sldMk cId="839847092" sldId="257"/>
        </pc:sldMkLst>
        <pc:graphicFrameChg chg="modGraphic">
          <ac:chgData name="HO Po Wa" userId="S::pwhoae@connect.ust.hk::117daab9-5a54-490c-9316-91f44428aa12" providerId="AD" clId="Web-{B604586C-620A-9620-EAFC-2E009A1B79D3}" dt="2025-04-23T09:02:56.139" v="263" actId="20577"/>
          <ac:graphicFrameMkLst>
            <pc:docMk/>
            <pc:sldMk cId="839847092" sldId="257"/>
            <ac:graphicFrameMk id="154" creationId="{F6A1DBDF-0461-8A5A-DAA3-C526BADC6747}"/>
          </ac:graphicFrameMkLst>
        </pc:graphicFrameChg>
        <pc:picChg chg="mod">
          <ac:chgData name="HO Po Wa" userId="S::pwhoae@connect.ust.hk::117daab9-5a54-490c-9316-91f44428aa12" providerId="AD" clId="Web-{B604586C-620A-9620-EAFC-2E009A1B79D3}" dt="2025-04-23T09:03:01.654" v="266" actId="1076"/>
          <ac:picMkLst>
            <pc:docMk/>
            <pc:sldMk cId="839847092" sldId="257"/>
            <ac:picMk id="729" creationId="{3266FA86-10FA-9037-97D2-43BA76667584}"/>
          </ac:picMkLst>
        </pc:picChg>
        <pc:picChg chg="mod">
          <ac:chgData name="HO Po Wa" userId="S::pwhoae@connect.ust.hk::117daab9-5a54-490c-9316-91f44428aa12" providerId="AD" clId="Web-{B604586C-620A-9620-EAFC-2E009A1B79D3}" dt="2025-04-23T09:02:56.873" v="264" actId="1076"/>
          <ac:picMkLst>
            <pc:docMk/>
            <pc:sldMk cId="839847092" sldId="257"/>
            <ac:picMk id="744" creationId="{EF6D66FE-7AD0-E905-4366-436C478930D8}"/>
          </ac:picMkLst>
        </pc:picChg>
      </pc:sldChg>
      <pc:sldChg chg="addSp delSp modSp">
        <pc:chgData name="HO Po Wa" userId="S::pwhoae@connect.ust.hk::117daab9-5a54-490c-9316-91f44428aa12" providerId="AD" clId="Web-{B604586C-620A-9620-EAFC-2E009A1B79D3}" dt="2025-04-23T09:17:22.256" v="321" actId="1076"/>
        <pc:sldMkLst>
          <pc:docMk/>
          <pc:sldMk cId="3851536649" sldId="258"/>
        </pc:sldMkLst>
        <pc:graphicFrameChg chg="mod modGraphic">
          <ac:chgData name="HO Po Wa" userId="S::pwhoae@connect.ust.hk::117daab9-5a54-490c-9316-91f44428aa12" providerId="AD" clId="Web-{B604586C-620A-9620-EAFC-2E009A1B79D3}" dt="2025-04-23T09:17:09.084" v="315" actId="14100"/>
          <ac:graphicFrameMkLst>
            <pc:docMk/>
            <pc:sldMk cId="3851536649" sldId="258"/>
            <ac:graphicFrameMk id="15" creationId="{57C62C25-B9F1-A146-9FA5-9775524AAE90}"/>
          </ac:graphicFrameMkLst>
        </pc:graphicFrameChg>
        <pc:picChg chg="add del mod">
          <ac:chgData name="HO Po Wa" userId="S::pwhoae@connect.ust.hk::117daab9-5a54-490c-9316-91f44428aa12" providerId="AD" clId="Web-{B604586C-620A-9620-EAFC-2E009A1B79D3}" dt="2025-04-23T09:12:56.254" v="284"/>
          <ac:picMkLst>
            <pc:docMk/>
            <pc:sldMk cId="3851536649" sldId="258"/>
            <ac:picMk id="153" creationId="{FE26FBA5-BC07-BF0D-1341-327A0863FF25}"/>
          </ac:picMkLst>
        </pc:picChg>
        <pc:picChg chg="add mod">
          <ac:chgData name="HO Po Wa" userId="S::pwhoae@connect.ust.hk::117daab9-5a54-490c-9316-91f44428aa12" providerId="AD" clId="Web-{B604586C-620A-9620-EAFC-2E009A1B79D3}" dt="2025-04-23T09:17:22.256" v="321" actId="1076"/>
          <ac:picMkLst>
            <pc:docMk/>
            <pc:sldMk cId="3851536649" sldId="258"/>
            <ac:picMk id="159" creationId="{5BF4BFF8-0B31-61E1-F885-349F29844DDE}"/>
          </ac:picMkLst>
        </pc:picChg>
      </pc:sldChg>
      <pc:sldChg chg="addSp delSp modSp">
        <pc:chgData name="HO Po Wa" userId="S::pwhoae@connect.ust.hk::117daab9-5a54-490c-9316-91f44428aa12" providerId="AD" clId="Web-{B604586C-620A-9620-EAFC-2E009A1B79D3}" dt="2025-04-23T09:29:37.294" v="404"/>
        <pc:sldMkLst>
          <pc:docMk/>
          <pc:sldMk cId="2945356397" sldId="260"/>
        </pc:sldMkLst>
        <pc:graphicFrameChg chg="modGraphic">
          <ac:chgData name="HO Po Wa" userId="S::pwhoae@connect.ust.hk::117daab9-5a54-490c-9316-91f44428aa12" providerId="AD" clId="Web-{B604586C-620A-9620-EAFC-2E009A1B79D3}" dt="2025-04-23T09:29:25.263" v="401" actId="20577"/>
          <ac:graphicFrameMkLst>
            <pc:docMk/>
            <pc:sldMk cId="2945356397" sldId="260"/>
            <ac:graphicFrameMk id="34" creationId="{96A28EBB-89B8-AD7F-28E8-1863D066C7D0}"/>
          </ac:graphicFrameMkLst>
        </pc:graphicFrameChg>
        <pc:picChg chg="add mod modCrop">
          <ac:chgData name="HO Po Wa" userId="S::pwhoae@connect.ust.hk::117daab9-5a54-490c-9316-91f44428aa12" providerId="AD" clId="Web-{B604586C-620A-9620-EAFC-2E009A1B79D3}" dt="2025-04-23T09:29:37.294" v="404"/>
          <ac:picMkLst>
            <pc:docMk/>
            <pc:sldMk cId="2945356397" sldId="260"/>
            <ac:picMk id="217" creationId="{25E30321-662E-6D34-CBA6-537F975B1B1E}"/>
          </ac:picMkLst>
        </pc:picChg>
        <pc:picChg chg="add mod">
          <ac:chgData name="HO Po Wa" userId="S::pwhoae@connect.ust.hk::117daab9-5a54-490c-9316-91f44428aa12" providerId="AD" clId="Web-{B604586C-620A-9620-EAFC-2E009A1B79D3}" dt="2025-04-23T09:29:26.513" v="402" actId="1076"/>
          <ac:picMkLst>
            <pc:docMk/>
            <pc:sldMk cId="2945356397" sldId="260"/>
            <ac:picMk id="218" creationId="{2D54AE97-4967-FCA7-A5D1-2D66696FEB18}"/>
          </ac:picMkLst>
        </pc:picChg>
        <pc:picChg chg="add del mod">
          <ac:chgData name="HO Po Wa" userId="S::pwhoae@connect.ust.hk::117daab9-5a54-490c-9316-91f44428aa12" providerId="AD" clId="Web-{B604586C-620A-9620-EAFC-2E009A1B79D3}" dt="2025-04-23T09:27:05.105" v="381"/>
          <ac:picMkLst>
            <pc:docMk/>
            <pc:sldMk cId="2945356397" sldId="260"/>
            <ac:picMk id="219" creationId="{CC9BA02E-4D53-8389-B922-D2169DD5960B}"/>
          </ac:picMkLst>
        </pc:picChg>
        <pc:picChg chg="add mod">
          <ac:chgData name="HO Po Wa" userId="S::pwhoae@connect.ust.hk::117daab9-5a54-490c-9316-91f44428aa12" providerId="AD" clId="Web-{B604586C-620A-9620-EAFC-2E009A1B79D3}" dt="2025-04-23T09:27:29.746" v="383" actId="1076"/>
          <ac:picMkLst>
            <pc:docMk/>
            <pc:sldMk cId="2945356397" sldId="260"/>
            <ac:picMk id="240" creationId="{28E03BC4-BB13-B453-E0F5-14A941DC5613}"/>
          </ac:picMkLst>
        </pc:picChg>
      </pc:sldChg>
      <pc:sldChg chg="addSp delSp modSp mod setBg setClrOvrMap">
        <pc:chgData name="HO Po Wa" userId="S::pwhoae@connect.ust.hk::117daab9-5a54-490c-9316-91f44428aa12" providerId="AD" clId="Web-{B604586C-620A-9620-EAFC-2E009A1B79D3}" dt="2025-04-23T08:50:50.179" v="79" actId="20577"/>
        <pc:sldMkLst>
          <pc:docMk/>
          <pc:sldMk cId="1566271854" sldId="262"/>
        </pc:sldMkLst>
        <pc:spChg chg="mod ord">
          <ac:chgData name="HO Po Wa" userId="S::pwhoae@connect.ust.hk::117daab9-5a54-490c-9316-91f44428aa12" providerId="AD" clId="Web-{B604586C-620A-9620-EAFC-2E009A1B79D3}" dt="2025-04-23T08:49:47.272" v="67"/>
          <ac:spMkLst>
            <pc:docMk/>
            <pc:sldMk cId="1566271854" sldId="262"/>
            <ac:spMk id="2" creationId="{9D48537F-8EB5-EA7A-E078-33CB88FCB418}"/>
          </ac:spMkLst>
        </pc:spChg>
        <pc:spChg chg="add del">
          <ac:chgData name="HO Po Wa" userId="S::pwhoae@connect.ust.hk::117daab9-5a54-490c-9316-91f44428aa12" providerId="AD" clId="Web-{B604586C-620A-9620-EAFC-2E009A1B79D3}" dt="2025-04-23T08:49:26.069" v="58"/>
          <ac:spMkLst>
            <pc:docMk/>
            <pc:sldMk cId="1566271854" sldId="262"/>
            <ac:spMk id="85" creationId="{E51BA4DF-2BD4-4EC2-B1DB-B27C8AC71864}"/>
          </ac:spMkLst>
        </pc:spChg>
        <pc:spChg chg="add del">
          <ac:chgData name="HO Po Wa" userId="S::pwhoae@connect.ust.hk::117daab9-5a54-490c-9316-91f44428aa12" providerId="AD" clId="Web-{B604586C-620A-9620-EAFC-2E009A1B79D3}" dt="2025-04-23T08:49:26.037" v="57"/>
          <ac:spMkLst>
            <pc:docMk/>
            <pc:sldMk cId="1566271854" sldId="262"/>
            <ac:spMk id="90" creationId="{45D37F4E-DDB4-456B-97E0-9937730A039F}"/>
          </ac:spMkLst>
        </pc:spChg>
        <pc:spChg chg="add del">
          <ac:chgData name="HO Po Wa" userId="S::pwhoae@connect.ust.hk::117daab9-5a54-490c-9316-91f44428aa12" providerId="AD" clId="Web-{B604586C-620A-9620-EAFC-2E009A1B79D3}" dt="2025-04-23T08:49:26.037" v="57"/>
          <ac:spMkLst>
            <pc:docMk/>
            <pc:sldMk cId="1566271854" sldId="262"/>
            <ac:spMk id="92" creationId="{B2DD41CD-8F47-4F56-AD12-4E2FF7696987}"/>
          </ac:spMkLst>
        </pc:spChg>
        <pc:spChg chg="add del">
          <ac:chgData name="HO Po Wa" userId="S::pwhoae@connect.ust.hk::117daab9-5a54-490c-9316-91f44428aa12" providerId="AD" clId="Web-{B604586C-620A-9620-EAFC-2E009A1B79D3}" dt="2025-04-23T08:49:47.272" v="67"/>
          <ac:spMkLst>
            <pc:docMk/>
            <pc:sldMk cId="1566271854" sldId="262"/>
            <ac:spMk id="94" creationId="{C0763A76-9F1C-4FC5-82B7-DD475DA461B2}"/>
          </ac:spMkLst>
        </pc:spChg>
        <pc:spChg chg="add del">
          <ac:chgData name="HO Po Wa" userId="S::pwhoae@connect.ust.hk::117daab9-5a54-490c-9316-91f44428aa12" providerId="AD" clId="Web-{B604586C-620A-9620-EAFC-2E009A1B79D3}" dt="2025-04-23T08:49:47.272" v="67"/>
          <ac:spMkLst>
            <pc:docMk/>
            <pc:sldMk cId="1566271854" sldId="262"/>
            <ac:spMk id="95" creationId="{E81BF4F6-F2CF-4984-9D14-D6966D92F99F}"/>
          </ac:spMkLst>
        </pc:spChg>
        <pc:spChg chg="add del">
          <ac:chgData name="HO Po Wa" userId="S::pwhoae@connect.ust.hk::117daab9-5a54-490c-9316-91f44428aa12" providerId="AD" clId="Web-{B604586C-620A-9620-EAFC-2E009A1B79D3}" dt="2025-04-23T08:49:47.241" v="66"/>
          <ac:spMkLst>
            <pc:docMk/>
            <pc:sldMk cId="1566271854" sldId="262"/>
            <ac:spMk id="97" creationId="{C0763A76-9F1C-4FC5-82B7-DD475DA461B2}"/>
          </ac:spMkLst>
        </pc:spChg>
        <pc:spChg chg="add del">
          <ac:chgData name="HO Po Wa" userId="S::pwhoae@connect.ust.hk::117daab9-5a54-490c-9316-91f44428aa12" providerId="AD" clId="Web-{B604586C-620A-9620-EAFC-2E009A1B79D3}" dt="2025-04-23T08:49:47.241" v="66"/>
          <ac:spMkLst>
            <pc:docMk/>
            <pc:sldMk cId="1566271854" sldId="262"/>
            <ac:spMk id="98" creationId="{E81BF4F6-F2CF-4984-9D14-D6966D92F99F}"/>
          </ac:spMkLst>
        </pc:spChg>
        <pc:spChg chg="add del mod">
          <ac:chgData name="HO Po Wa" userId="S::pwhoae@connect.ust.hk::117daab9-5a54-490c-9316-91f44428aa12" providerId="AD" clId="Web-{B604586C-620A-9620-EAFC-2E009A1B79D3}" dt="2025-04-23T08:49:29.647" v="60"/>
          <ac:spMkLst>
            <pc:docMk/>
            <pc:sldMk cId="1566271854" sldId="262"/>
            <ac:spMk id="281" creationId="{6CAE2D04-9ED6-572B-C4B2-550C772079A0}"/>
          </ac:spMkLst>
        </pc:spChg>
        <pc:spChg chg="add del mod">
          <ac:chgData name="HO Po Wa" userId="S::pwhoae@connect.ust.hk::117daab9-5a54-490c-9316-91f44428aa12" providerId="AD" clId="Web-{B604586C-620A-9620-EAFC-2E009A1B79D3}" dt="2025-04-23T08:49:32.350" v="62"/>
          <ac:spMkLst>
            <pc:docMk/>
            <pc:sldMk cId="1566271854" sldId="262"/>
            <ac:spMk id="313" creationId="{081A66D5-CD34-A916-60AC-64141802B338}"/>
          </ac:spMkLst>
        </pc:spChg>
        <pc:graphicFrameChg chg="add del mod modGraphic">
          <ac:chgData name="HO Po Wa" userId="S::pwhoae@connect.ust.hk::117daab9-5a54-490c-9316-91f44428aa12" providerId="AD" clId="Web-{B604586C-620A-9620-EAFC-2E009A1B79D3}" dt="2025-04-23T08:50:50.179" v="79" actId="20577"/>
          <ac:graphicFrameMkLst>
            <pc:docMk/>
            <pc:sldMk cId="1566271854" sldId="262"/>
            <ac:graphicFrameMk id="34" creationId="{729BEE8D-D5D2-316A-B129-9BDDB6B74557}"/>
          </ac:graphicFrameMkLst>
        </pc:graphicFrameChg>
        <pc:picChg chg="mod">
          <ac:chgData name="HO Po Wa" userId="S::pwhoae@connect.ust.hk::117daab9-5a54-490c-9316-91f44428aa12" providerId="AD" clId="Web-{B604586C-620A-9620-EAFC-2E009A1B79D3}" dt="2025-04-23T08:49:47.272" v="67"/>
          <ac:picMkLst>
            <pc:docMk/>
            <pc:sldMk cId="1566271854" sldId="262"/>
            <ac:picMk id="76" creationId="{2E72088B-CF3A-4EAE-D5BF-9DF92A5D61BD}"/>
          </ac:picMkLst>
        </pc:picChg>
      </pc:sldChg>
      <pc:sldChg chg="del">
        <pc:chgData name="HO Po Wa" userId="S::pwhoae@connect.ust.hk::117daab9-5a54-490c-9316-91f44428aa12" providerId="AD" clId="Web-{B604586C-620A-9620-EAFC-2E009A1B79D3}" dt="2025-04-23T08:55:16.291" v="138"/>
        <pc:sldMkLst>
          <pc:docMk/>
          <pc:sldMk cId="2234412172" sldId="263"/>
        </pc:sldMkLst>
      </pc:sldChg>
      <pc:sldChg chg="addSp delSp modSp">
        <pc:chgData name="HO Po Wa" userId="S::pwhoae@connect.ust.hk::117daab9-5a54-490c-9316-91f44428aa12" providerId="AD" clId="Web-{B604586C-620A-9620-EAFC-2E009A1B79D3}" dt="2025-04-23T09:21:49.696" v="370" actId="1076"/>
        <pc:sldMkLst>
          <pc:docMk/>
          <pc:sldMk cId="1798924064" sldId="264"/>
        </pc:sldMkLst>
        <pc:spChg chg="mod">
          <ac:chgData name="HO Po Wa" userId="S::pwhoae@connect.ust.hk::117daab9-5a54-490c-9316-91f44428aa12" providerId="AD" clId="Web-{B604586C-620A-9620-EAFC-2E009A1B79D3}" dt="2025-04-23T08:53:07.821" v="86" actId="20577"/>
          <ac:spMkLst>
            <pc:docMk/>
            <pc:sldMk cId="1798924064" sldId="264"/>
            <ac:spMk id="2" creationId="{6D3B0AE6-C628-3FA3-5625-FA459F2D8C60}"/>
          </ac:spMkLst>
        </pc:spChg>
        <pc:spChg chg="del">
          <ac:chgData name="HO Po Wa" userId="S::pwhoae@connect.ust.hk::117daab9-5a54-490c-9316-91f44428aa12" providerId="AD" clId="Web-{B604586C-620A-9620-EAFC-2E009A1B79D3}" dt="2025-04-23T08:53:52.524" v="99"/>
          <ac:spMkLst>
            <pc:docMk/>
            <pc:sldMk cId="1798924064" sldId="264"/>
            <ac:spMk id="3" creationId="{823CA696-C4E8-DBC9-8F14-2EBC8417C6B5}"/>
          </ac:spMkLst>
        </pc:spChg>
        <pc:spChg chg="del mod">
          <ac:chgData name="HO Po Wa" userId="S::pwhoae@connect.ust.hk::117daab9-5a54-490c-9316-91f44428aa12" providerId="AD" clId="Web-{B604586C-620A-9620-EAFC-2E009A1B79D3}" dt="2025-04-23T08:52:58.289" v="83"/>
          <ac:spMkLst>
            <pc:docMk/>
            <pc:sldMk cId="1798924064" sldId="264"/>
            <ac:spMk id="4" creationId="{6536C8C4-56A8-8B8E-5559-995A73B8D59C}"/>
          </ac:spMkLst>
        </pc:spChg>
        <pc:spChg chg="del">
          <ac:chgData name="HO Po Wa" userId="S::pwhoae@connect.ust.hk::117daab9-5a54-490c-9316-91f44428aa12" providerId="AD" clId="Web-{B604586C-620A-9620-EAFC-2E009A1B79D3}" dt="2025-04-23T08:52:53.696" v="80"/>
          <ac:spMkLst>
            <pc:docMk/>
            <pc:sldMk cId="1798924064" sldId="264"/>
            <ac:spMk id="5" creationId="{5B9A89FF-FA61-595A-AA0C-033833291EF8}"/>
          </ac:spMkLst>
        </pc:spChg>
        <pc:spChg chg="mod">
          <ac:chgData name="HO Po Wa" userId="S::pwhoae@connect.ust.hk::117daab9-5a54-490c-9316-91f44428aa12" providerId="AD" clId="Web-{B604586C-620A-9620-EAFC-2E009A1B79D3}" dt="2025-04-23T09:20:43.024" v="340" actId="1076"/>
          <ac:spMkLst>
            <pc:docMk/>
            <pc:sldMk cId="1798924064" sldId="264"/>
            <ac:spMk id="6" creationId="{EE8BDB91-3577-6E85-FA07-8BBB9455E091}"/>
          </ac:spMkLst>
        </pc:spChg>
        <pc:spChg chg="mod">
          <ac:chgData name="HO Po Wa" userId="S::pwhoae@connect.ust.hk::117daab9-5a54-490c-9316-91f44428aa12" providerId="AD" clId="Web-{B604586C-620A-9620-EAFC-2E009A1B79D3}" dt="2025-04-23T08:54:47.900" v="130"/>
          <ac:spMkLst>
            <pc:docMk/>
            <pc:sldMk cId="1798924064" sldId="264"/>
            <ac:spMk id="8" creationId="{3B7B1A9E-D379-6D6B-328F-946D48464A59}"/>
          </ac:spMkLst>
        </pc:spChg>
        <pc:spChg chg="mod">
          <ac:chgData name="HO Po Wa" userId="S::pwhoae@connect.ust.hk::117daab9-5a54-490c-9316-91f44428aa12" providerId="AD" clId="Web-{B604586C-620A-9620-EAFC-2E009A1B79D3}" dt="2025-04-23T09:01:17.419" v="226" actId="20577"/>
          <ac:spMkLst>
            <pc:docMk/>
            <pc:sldMk cId="1798924064" sldId="264"/>
            <ac:spMk id="9" creationId="{B20BF790-B235-D6A8-EC1F-D8AB8693C3AD}"/>
          </ac:spMkLst>
        </pc:spChg>
        <pc:spChg chg="mod">
          <ac:chgData name="HO Po Wa" userId="S::pwhoae@connect.ust.hk::117daab9-5a54-490c-9316-91f44428aa12" providerId="AD" clId="Web-{B604586C-620A-9620-EAFC-2E009A1B79D3}" dt="2025-04-23T09:21:33.102" v="364" actId="1076"/>
          <ac:spMkLst>
            <pc:docMk/>
            <pc:sldMk cId="1798924064" sldId="264"/>
            <ac:spMk id="10" creationId="{5B1661EC-8A90-854F-72F6-E5F843C777F8}"/>
          </ac:spMkLst>
        </pc:spChg>
        <pc:spChg chg="mod">
          <ac:chgData name="HO Po Wa" userId="S::pwhoae@connect.ust.hk::117daab9-5a54-490c-9316-91f44428aa12" providerId="AD" clId="Web-{B604586C-620A-9620-EAFC-2E009A1B79D3}" dt="2025-04-23T08:54:47.900" v="132"/>
          <ac:spMkLst>
            <pc:docMk/>
            <pc:sldMk cId="1798924064" sldId="264"/>
            <ac:spMk id="12" creationId="{E0F171FE-FEAC-E688-70E6-9821E7B35CD0}"/>
          </ac:spMkLst>
        </pc:spChg>
        <pc:spChg chg="mod">
          <ac:chgData name="HO Po Wa" userId="S::pwhoae@connect.ust.hk::117daab9-5a54-490c-9316-91f44428aa12" providerId="AD" clId="Web-{B604586C-620A-9620-EAFC-2E009A1B79D3}" dt="2025-04-23T08:57:07.464" v="191" actId="20577"/>
          <ac:spMkLst>
            <pc:docMk/>
            <pc:sldMk cId="1798924064" sldId="264"/>
            <ac:spMk id="13" creationId="{1D1ABC99-4D0F-8EFA-3DDC-AF2C790ABD6E}"/>
          </ac:spMkLst>
        </pc:spChg>
        <pc:spChg chg="mod">
          <ac:chgData name="HO Po Wa" userId="S::pwhoae@connect.ust.hk::117daab9-5a54-490c-9316-91f44428aa12" providerId="AD" clId="Web-{B604586C-620A-9620-EAFC-2E009A1B79D3}" dt="2025-04-23T09:21:49.665" v="368" actId="1076"/>
          <ac:spMkLst>
            <pc:docMk/>
            <pc:sldMk cId="1798924064" sldId="264"/>
            <ac:spMk id="14" creationId="{7FDDD442-0964-75BB-CF3A-79898E0F05CD}"/>
          </ac:spMkLst>
        </pc:spChg>
        <pc:spChg chg="mod">
          <ac:chgData name="HO Po Wa" userId="S::pwhoae@connect.ust.hk::117daab9-5a54-490c-9316-91f44428aa12" providerId="AD" clId="Web-{B604586C-620A-9620-EAFC-2E009A1B79D3}" dt="2025-04-23T08:54:47.900" v="134"/>
          <ac:spMkLst>
            <pc:docMk/>
            <pc:sldMk cId="1798924064" sldId="264"/>
            <ac:spMk id="16" creationId="{DA62ACED-43C7-5564-666D-FB81C3A501AB}"/>
          </ac:spMkLst>
        </pc:spChg>
        <pc:spChg chg="mod">
          <ac:chgData name="HO Po Wa" userId="S::pwhoae@connect.ust.hk::117daab9-5a54-490c-9316-91f44428aa12" providerId="AD" clId="Web-{B604586C-620A-9620-EAFC-2E009A1B79D3}" dt="2025-04-23T08:58:15.824" v="215" actId="20577"/>
          <ac:spMkLst>
            <pc:docMk/>
            <pc:sldMk cId="1798924064" sldId="264"/>
            <ac:spMk id="17" creationId="{4F865B80-65E1-958C-47CF-B35C479C7425}"/>
          </ac:spMkLst>
        </pc:spChg>
        <pc:spChg chg="mod">
          <ac:chgData name="HO Po Wa" userId="S::pwhoae@connect.ust.hk::117daab9-5a54-490c-9316-91f44428aa12" providerId="AD" clId="Web-{B604586C-620A-9620-EAFC-2E009A1B79D3}" dt="2025-04-23T09:21:00.805" v="350" actId="1076"/>
          <ac:spMkLst>
            <pc:docMk/>
            <pc:sldMk cId="1798924064" sldId="264"/>
            <ac:spMk id="18" creationId="{3BEB6524-C0B1-96D5-BB63-8F6B11BDA058}"/>
          </ac:spMkLst>
        </pc:spChg>
        <pc:spChg chg="mod">
          <ac:chgData name="HO Po Wa" userId="S::pwhoae@connect.ust.hk::117daab9-5a54-490c-9316-91f44428aa12" providerId="AD" clId="Web-{B604586C-620A-9620-EAFC-2E009A1B79D3}" dt="2025-04-23T08:54:47.900" v="136"/>
          <ac:spMkLst>
            <pc:docMk/>
            <pc:sldMk cId="1798924064" sldId="264"/>
            <ac:spMk id="20" creationId="{86FBB54A-F647-0FEC-3283-CCA3E1D22202}"/>
          </ac:spMkLst>
        </pc:spChg>
        <pc:spChg chg="mod">
          <ac:chgData name="HO Po Wa" userId="S::pwhoae@connect.ust.hk::117daab9-5a54-490c-9316-91f44428aa12" providerId="AD" clId="Web-{B604586C-620A-9620-EAFC-2E009A1B79D3}" dt="2025-04-23T08:58:41.230" v="224" actId="20577"/>
          <ac:spMkLst>
            <pc:docMk/>
            <pc:sldMk cId="1798924064" sldId="264"/>
            <ac:spMk id="21" creationId="{16E443E8-3B59-2329-46B3-A8B414BEDA47}"/>
          </ac:spMkLst>
        </pc:spChg>
        <pc:spChg chg="add mod">
          <ac:chgData name="HO Po Wa" userId="S::pwhoae@connect.ust.hk::117daab9-5a54-490c-9316-91f44428aa12" providerId="AD" clId="Web-{B604586C-620A-9620-EAFC-2E009A1B79D3}" dt="2025-04-23T09:21:38.446" v="367" actId="1076"/>
          <ac:spMkLst>
            <pc:docMk/>
            <pc:sldMk cId="1798924064" sldId="264"/>
            <ac:spMk id="26" creationId="{17EA4475-913D-8801-F8EA-8B710B36ABCE}"/>
          </ac:spMkLst>
        </pc:spChg>
        <pc:grpChg chg="mod">
          <ac:chgData name="HO Po Wa" userId="S::pwhoae@connect.ust.hk::117daab9-5a54-490c-9316-91f44428aa12" providerId="AD" clId="Web-{B604586C-620A-9620-EAFC-2E009A1B79D3}" dt="2025-04-23T09:20:43.039" v="341" actId="1076"/>
          <ac:grpSpMkLst>
            <pc:docMk/>
            <pc:sldMk cId="1798924064" sldId="264"/>
            <ac:grpSpMk id="7" creationId="{5A964400-38DA-C904-21AE-5261C688B3BA}"/>
          </ac:grpSpMkLst>
        </pc:grpChg>
        <pc:grpChg chg="mod">
          <ac:chgData name="HO Po Wa" userId="S::pwhoae@connect.ust.hk::117daab9-5a54-490c-9316-91f44428aa12" providerId="AD" clId="Web-{B604586C-620A-9620-EAFC-2E009A1B79D3}" dt="2025-04-23T09:21:38.430" v="366" actId="1076"/>
          <ac:grpSpMkLst>
            <pc:docMk/>
            <pc:sldMk cId="1798924064" sldId="264"/>
            <ac:grpSpMk id="11" creationId="{7C5F5709-2FCD-69CA-81DE-6E6C09D8C333}"/>
          </ac:grpSpMkLst>
        </pc:grpChg>
        <pc:grpChg chg="mod">
          <ac:chgData name="HO Po Wa" userId="S::pwhoae@connect.ust.hk::117daab9-5a54-490c-9316-91f44428aa12" providerId="AD" clId="Web-{B604586C-620A-9620-EAFC-2E009A1B79D3}" dt="2025-04-23T09:21:49.681" v="369" actId="1076"/>
          <ac:grpSpMkLst>
            <pc:docMk/>
            <pc:sldMk cId="1798924064" sldId="264"/>
            <ac:grpSpMk id="15" creationId="{ADFD7EAD-75FE-A98B-9C38-A64D6D2086EA}"/>
          </ac:grpSpMkLst>
        </pc:grpChg>
        <pc:grpChg chg="mod">
          <ac:chgData name="HO Po Wa" userId="S::pwhoae@connect.ust.hk::117daab9-5a54-490c-9316-91f44428aa12" providerId="AD" clId="Web-{B604586C-620A-9620-EAFC-2E009A1B79D3}" dt="2025-04-23T09:21:00.821" v="351" actId="1076"/>
          <ac:grpSpMkLst>
            <pc:docMk/>
            <pc:sldMk cId="1798924064" sldId="264"/>
            <ac:grpSpMk id="19" creationId="{0C0EDA64-D227-F938-3F49-C1A03881B986}"/>
          </ac:grpSpMkLst>
        </pc:grpChg>
        <pc:picChg chg="mod">
          <ac:chgData name="HO Po Wa" userId="S::pwhoae@connect.ust.hk::117daab9-5a54-490c-9316-91f44428aa12" providerId="AD" clId="Web-{B604586C-620A-9620-EAFC-2E009A1B79D3}" dt="2025-04-23T09:21:49.696" v="370" actId="1076"/>
          <ac:picMkLst>
            <pc:docMk/>
            <pc:sldMk cId="1798924064" sldId="264"/>
            <ac:picMk id="22" creationId="{19BE76F6-FAB7-4CCD-0463-A2CAF4ADE25B}"/>
          </ac:picMkLst>
        </pc:picChg>
        <pc:picChg chg="mod">
          <ac:chgData name="HO Po Wa" userId="S::pwhoae@connect.ust.hk::117daab9-5a54-490c-9316-91f44428aa12" providerId="AD" clId="Web-{B604586C-620A-9620-EAFC-2E009A1B79D3}" dt="2025-04-23T09:21:00.821" v="352" actId="1076"/>
          <ac:picMkLst>
            <pc:docMk/>
            <pc:sldMk cId="1798924064" sldId="264"/>
            <ac:picMk id="23" creationId="{59A53150-B315-7E36-C597-7498164A4043}"/>
          </ac:picMkLst>
        </pc:picChg>
        <pc:picChg chg="mod">
          <ac:chgData name="HO Po Wa" userId="S::pwhoae@connect.ust.hk::117daab9-5a54-490c-9316-91f44428aa12" providerId="AD" clId="Web-{B604586C-620A-9620-EAFC-2E009A1B79D3}" dt="2025-04-23T09:21:33.118" v="365" actId="1076"/>
          <ac:picMkLst>
            <pc:docMk/>
            <pc:sldMk cId="1798924064" sldId="264"/>
            <ac:picMk id="24" creationId="{0F68522D-1B3B-6CA1-0DCC-9F10060EAB0E}"/>
          </ac:picMkLst>
        </pc:picChg>
        <pc:picChg chg="mod">
          <ac:chgData name="HO Po Wa" userId="S::pwhoae@connect.ust.hk::117daab9-5a54-490c-9316-91f44428aa12" providerId="AD" clId="Web-{B604586C-620A-9620-EAFC-2E009A1B79D3}" dt="2025-04-23T09:20:43.039" v="342" actId="1076"/>
          <ac:picMkLst>
            <pc:docMk/>
            <pc:sldMk cId="1798924064" sldId="264"/>
            <ac:picMk id="25" creationId="{059F4C7D-6AA3-1BAA-00E9-ACC4F5D30316}"/>
          </ac:picMkLst>
        </pc:picChg>
        <pc:picChg chg="add mod">
          <ac:chgData name="HO Po Wa" userId="S::pwhoae@connect.ust.hk::117daab9-5a54-490c-9316-91f44428aa12" providerId="AD" clId="Web-{B604586C-620A-9620-EAFC-2E009A1B79D3}" dt="2025-04-23T09:21:02.524" v="353" actId="1076"/>
          <ac:picMkLst>
            <pc:docMk/>
            <pc:sldMk cId="1798924064" sldId="264"/>
            <ac:picMk id="27" creationId="{EC39C927-EA9A-4ABE-0AC9-77DF5DBEA0F0}"/>
          </ac:picMkLst>
        </pc:picChg>
      </pc:sldChg>
      <pc:sldChg chg="add del replId">
        <pc:chgData name="HO Po Wa" userId="S::pwhoae@connect.ust.hk::117daab9-5a54-490c-9316-91f44428aa12" providerId="AD" clId="Web-{B604586C-620A-9620-EAFC-2E009A1B79D3}" dt="2025-04-23T09:26:27.793" v="377"/>
        <pc:sldMkLst>
          <pc:docMk/>
          <pc:sldMk cId="4082860982" sldId="265"/>
        </pc:sldMkLst>
      </pc:sldChg>
    </pc:docChg>
  </pc:docChgLst>
  <pc:docChgLst>
    <pc:chgData name="HO Po Wa" userId="S::pwhoae@connect.ust.hk::117daab9-5a54-490c-9316-91f44428aa12" providerId="AD" clId="Web-{DD313F03-7FC4-121F-02B3-BE6E080B88BA}"/>
    <pc:docChg chg="delSld">
      <pc:chgData name="HO Po Wa" userId="S::pwhoae@connect.ust.hk::117daab9-5a54-490c-9316-91f44428aa12" providerId="AD" clId="Web-{DD313F03-7FC4-121F-02B3-BE6E080B88BA}" dt="2025-04-22T13:14:29.340" v="0"/>
      <pc:docMkLst>
        <pc:docMk/>
      </pc:docMkLst>
      <pc:sldChg chg="del">
        <pc:chgData name="HO Po Wa" userId="S::pwhoae@connect.ust.hk::117daab9-5a54-490c-9316-91f44428aa12" providerId="AD" clId="Web-{DD313F03-7FC4-121F-02B3-BE6E080B88BA}" dt="2025-04-22T13:14:29.340" v="0"/>
        <pc:sldMkLst>
          <pc:docMk/>
          <pc:sldMk cId="2944842484" sldId="264"/>
        </pc:sldMkLst>
      </pc:sldChg>
    </pc:docChg>
  </pc:docChgLst>
  <pc:docChgLst>
    <pc:chgData name="HO Po Wa" userId="117daab9-5a54-490c-9316-91f44428aa12" providerId="ADAL" clId="{6FF711D4-F14A-4879-A0EA-7C95D9B28B2B}"/>
    <pc:docChg chg="custSel addSld modSld">
      <pc:chgData name="HO Po Wa" userId="117daab9-5a54-490c-9316-91f44428aa12" providerId="ADAL" clId="{6FF711D4-F14A-4879-A0EA-7C95D9B28B2B}" dt="2025-04-23T13:08:58.377" v="3" actId="478"/>
      <pc:docMkLst>
        <pc:docMk/>
      </pc:docMkLst>
      <pc:sldChg chg="delSp mod">
        <pc:chgData name="HO Po Wa" userId="117daab9-5a54-490c-9316-91f44428aa12" providerId="ADAL" clId="{6FF711D4-F14A-4879-A0EA-7C95D9B28B2B}" dt="2025-04-23T13:08:58.377" v="3" actId="478"/>
        <pc:sldMkLst>
          <pc:docMk/>
          <pc:sldMk cId="2945356397" sldId="260"/>
        </pc:sldMkLst>
        <pc:picChg chg="del">
          <ac:chgData name="HO Po Wa" userId="117daab9-5a54-490c-9316-91f44428aa12" providerId="ADAL" clId="{6FF711D4-F14A-4879-A0EA-7C95D9B28B2B}" dt="2025-04-23T13:08:58.377" v="3" actId="478"/>
          <ac:picMkLst>
            <pc:docMk/>
            <pc:sldMk cId="2945356397" sldId="260"/>
            <ac:picMk id="217" creationId="{25E30321-662E-6D34-CBA6-537F975B1B1E}"/>
          </ac:picMkLst>
        </pc:picChg>
      </pc:sldChg>
      <pc:sldChg chg="addSp modSp new mod">
        <pc:chgData name="HO Po Wa" userId="117daab9-5a54-490c-9316-91f44428aa12" providerId="ADAL" clId="{6FF711D4-F14A-4879-A0EA-7C95D9B28B2B}" dt="2025-04-23T08:52:26.162" v="2" actId="27636"/>
        <pc:sldMkLst>
          <pc:docMk/>
          <pc:sldMk cId="1798924064" sldId="264"/>
        </pc:sldMkLst>
        <pc:spChg chg="add 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4" creationId="{6536C8C4-56A8-8B8E-5559-995A73B8D59C}"/>
          </ac:spMkLst>
        </pc:spChg>
        <pc:spChg chg="mod">
          <ac:chgData name="HO Po Wa" userId="117daab9-5a54-490c-9316-91f44428aa12" providerId="ADAL" clId="{6FF711D4-F14A-4879-A0EA-7C95D9B28B2B}" dt="2025-04-23T08:52:26.162" v="2" actId="27636"/>
          <ac:spMkLst>
            <pc:docMk/>
            <pc:sldMk cId="1798924064" sldId="264"/>
            <ac:spMk id="5" creationId="{5B9A89FF-FA61-595A-AA0C-033833291EF8}"/>
          </ac:spMkLst>
        </pc:spChg>
        <pc:spChg chg="add 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6" creationId="{EE8BDB91-3577-6E85-FA07-8BBB9455E091}"/>
          </ac:spMkLst>
        </pc:spChg>
        <pc:spChg chg="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8" creationId="{3B7B1A9E-D379-6D6B-328F-946D48464A59}"/>
          </ac:spMkLst>
        </pc:spChg>
        <pc:spChg chg="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9" creationId="{B20BF790-B235-D6A8-EC1F-D8AB8693C3AD}"/>
          </ac:spMkLst>
        </pc:spChg>
        <pc:spChg chg="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12" creationId="{E0F171FE-FEAC-E688-70E6-9821E7B35CD0}"/>
          </ac:spMkLst>
        </pc:spChg>
        <pc:spChg chg="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13" creationId="{1D1ABC99-4D0F-8EFA-3DDC-AF2C790ABD6E}"/>
          </ac:spMkLst>
        </pc:spChg>
        <pc:spChg chg="add 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14" creationId="{7FDDD442-0964-75BB-CF3A-79898E0F05CD}"/>
          </ac:spMkLst>
        </pc:spChg>
        <pc:spChg chg="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16" creationId="{DA62ACED-43C7-5564-666D-FB81C3A501AB}"/>
          </ac:spMkLst>
        </pc:spChg>
        <pc:spChg chg="add 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18" creationId="{3BEB6524-C0B1-96D5-BB63-8F6B11BDA058}"/>
          </ac:spMkLst>
        </pc:spChg>
        <pc:spChg chg="mod">
          <ac:chgData name="HO Po Wa" userId="117daab9-5a54-490c-9316-91f44428aa12" providerId="ADAL" clId="{6FF711D4-F14A-4879-A0EA-7C95D9B28B2B}" dt="2025-04-23T08:52:25.919" v="1"/>
          <ac:spMkLst>
            <pc:docMk/>
            <pc:sldMk cId="1798924064" sldId="264"/>
            <ac:spMk id="20" creationId="{86FBB54A-F647-0FEC-3283-CCA3E1D22202}"/>
          </ac:spMkLst>
        </pc:sp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CE11F2-ED44-4332-98EF-35D6B677E048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AD72051-D949-48B8-BCDC-52AB875C3931}">
      <dgm:prSet phldrT="[Text]" phldr="0"/>
      <dgm:spPr/>
      <dgm:t>
        <a:bodyPr/>
        <a:lstStyle/>
        <a:p>
          <a:pPr rtl="0"/>
          <a:r>
            <a:rPr lang="en-US"/>
            <a:t>Definition of Automation</a:t>
          </a:r>
        </a:p>
      </dgm:t>
    </dgm:pt>
    <dgm:pt modelId="{5B9D4B5E-DA81-4443-95FE-ACAAF5257418}" type="parTrans" cxnId="{4090AF4E-02B7-46CE-B4DB-AF0347B42151}">
      <dgm:prSet/>
      <dgm:spPr/>
      <dgm:t>
        <a:bodyPr/>
        <a:lstStyle/>
        <a:p>
          <a:endParaRPr lang="en-US"/>
        </a:p>
      </dgm:t>
    </dgm:pt>
    <dgm:pt modelId="{28DCA358-33CF-4472-A137-D4EB7E9A1E11}" type="sibTrans" cxnId="{4090AF4E-02B7-46CE-B4DB-AF0347B42151}">
      <dgm:prSet/>
      <dgm:spPr/>
      <dgm:t>
        <a:bodyPr/>
        <a:lstStyle/>
        <a:p>
          <a:endParaRPr lang="en-US"/>
        </a:p>
      </dgm:t>
    </dgm:pt>
    <dgm:pt modelId="{660859DC-045A-49A5-B5D9-7CCBD874A6AB}">
      <dgm:prSet phldrT="[Text]" phldr="0"/>
      <dgm:spPr/>
      <dgm:t>
        <a:bodyPr/>
        <a:lstStyle/>
        <a:p>
          <a:pPr rtl="0"/>
          <a:r>
            <a:rPr lang="en-US"/>
            <a:t>Impact on </a:t>
          </a:r>
          <a:r>
            <a:rPr lang="en-US">
              <a:latin typeface="Aptos Display" panose="020F0302020204030204"/>
            </a:rPr>
            <a:t>Employment </a:t>
          </a:r>
        </a:p>
      </dgm:t>
    </dgm:pt>
    <dgm:pt modelId="{D0CA4E13-E514-4CF6-9003-99A996CA60D8}" type="parTrans" cxnId="{2EDC3EB5-2A4E-45DB-82AB-D33FAC719EAA}">
      <dgm:prSet/>
      <dgm:spPr/>
      <dgm:t>
        <a:bodyPr/>
        <a:lstStyle/>
        <a:p>
          <a:endParaRPr lang="en-US"/>
        </a:p>
      </dgm:t>
    </dgm:pt>
    <dgm:pt modelId="{D379ACC6-35C6-4925-9D39-46D1E0EAFE8D}" type="sibTrans" cxnId="{2EDC3EB5-2A4E-45DB-82AB-D33FAC719EAA}">
      <dgm:prSet/>
      <dgm:spPr/>
      <dgm:t>
        <a:bodyPr/>
        <a:lstStyle/>
        <a:p>
          <a:endParaRPr lang="en-US"/>
        </a:p>
      </dgm:t>
    </dgm:pt>
    <dgm:pt modelId="{D851C049-A51F-4A45-95C8-47BDAEB23DBE}">
      <dgm:prSet phldrT="[Text]"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Opportunity</a:t>
          </a:r>
          <a:r>
            <a:rPr lang="en-US"/>
            <a:t> and </a:t>
          </a:r>
          <a:r>
            <a:rPr lang="en-US">
              <a:latin typeface="Aptos Display" panose="020F0302020204030204"/>
            </a:rPr>
            <a:t>Challenge</a:t>
          </a:r>
        </a:p>
      </dgm:t>
    </dgm:pt>
    <dgm:pt modelId="{314F5AD9-FF13-41C1-903A-922120A73D4A}" type="parTrans" cxnId="{5D3F22A0-F793-4397-8AD8-6B5A6E67608D}">
      <dgm:prSet/>
      <dgm:spPr/>
      <dgm:t>
        <a:bodyPr/>
        <a:lstStyle/>
        <a:p>
          <a:endParaRPr lang="en-US"/>
        </a:p>
      </dgm:t>
    </dgm:pt>
    <dgm:pt modelId="{7FF67FCA-1F23-49D5-8E1B-096FD6516C35}" type="sibTrans" cxnId="{5D3F22A0-F793-4397-8AD8-6B5A6E67608D}">
      <dgm:prSet/>
      <dgm:spPr/>
      <dgm:t>
        <a:bodyPr/>
        <a:lstStyle/>
        <a:p>
          <a:endParaRPr lang="en-US"/>
        </a:p>
      </dgm:t>
    </dgm:pt>
    <dgm:pt modelId="{32A000DB-94C9-4117-B16F-00E0C3C16983}">
      <dgm:prSet phldr="0"/>
      <dgm:spPr/>
      <dgm:t>
        <a:bodyPr/>
        <a:lstStyle/>
        <a:p>
          <a:pPr rtl="0"/>
          <a:r>
            <a:rPr lang="en-US"/>
            <a:t>is defined as the use of technology to operate </a:t>
          </a:r>
          <a:r>
            <a:rPr lang="en-US">
              <a:latin typeface="Aptos Display" panose="020F0302020204030204"/>
            </a:rPr>
            <a:t>without human</a:t>
          </a:r>
          <a:r>
            <a:rPr lang="en-US"/>
            <a:t> </a:t>
          </a:r>
          <a:r>
            <a:rPr lang="en-US">
              <a:latin typeface="Aptos Display" panose="020F0302020204030204"/>
            </a:rPr>
            <a:t>intervention</a:t>
          </a:r>
        </a:p>
      </dgm:t>
    </dgm:pt>
    <dgm:pt modelId="{3BA72926-0E6D-4459-BEC6-333D92FB489B}" type="parTrans" cxnId="{7AA859A6-B9D1-4771-BD9C-767E88ED2943}">
      <dgm:prSet/>
      <dgm:spPr/>
    </dgm:pt>
    <dgm:pt modelId="{CDB20FF8-FE9B-4CDF-AB4E-2448ED3E3D58}" type="sibTrans" cxnId="{7AA859A6-B9D1-4771-BD9C-767E88ED2943}">
      <dgm:prSet/>
      <dgm:spPr/>
    </dgm:pt>
    <dgm:pt modelId="{C4B2C0DE-2701-4F5C-9D85-12BFE8BBFB7C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By</a:t>
          </a:r>
          <a:r>
            <a:rPr lang="en-US"/>
            <a:t> 2030, up to 800 million global workers could be displaced </a:t>
          </a:r>
          <a:r>
            <a:rPr lang="en-US">
              <a:latin typeface="Aptos Display" panose="020F0302020204030204"/>
            </a:rPr>
            <a:t>by automation</a:t>
          </a:r>
        </a:p>
      </dgm:t>
    </dgm:pt>
    <dgm:pt modelId="{50AB03F4-7810-4FA1-B35C-75D9994B8E31}" type="parTrans" cxnId="{368B5270-3777-4A3F-87C1-054C2AD8DEAC}">
      <dgm:prSet/>
      <dgm:spPr/>
    </dgm:pt>
    <dgm:pt modelId="{2F27A0A3-EE1B-4DA9-A489-8346FD4E6129}" type="sibTrans" cxnId="{368B5270-3777-4A3F-87C1-054C2AD8DEAC}">
      <dgm:prSet/>
      <dgm:spPr/>
    </dgm:pt>
    <dgm:pt modelId="{AF5D1BD1-3FB0-4EBB-A46F-0FDD02FCE918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is</a:t>
          </a:r>
          <a:r>
            <a:rPr lang="en-US"/>
            <a:t> becoming increasingly critical as countries recover from </a:t>
          </a:r>
          <a:r>
            <a:rPr lang="en-US">
              <a:latin typeface="Aptos Display" panose="020F0302020204030204"/>
            </a:rPr>
            <a:t>the economic</a:t>
          </a:r>
          <a:r>
            <a:rPr lang="en-US"/>
            <a:t> effects of COVID-19 into everyday business operations </a:t>
          </a:r>
        </a:p>
      </dgm:t>
    </dgm:pt>
    <dgm:pt modelId="{75F1AFAB-DABB-4A38-B854-F9D9790C8FD2}" type="parTrans" cxnId="{D3C81380-2A18-4E3C-ACA3-DC727F255C16}">
      <dgm:prSet/>
      <dgm:spPr/>
    </dgm:pt>
    <dgm:pt modelId="{F05F598A-4F34-4CA6-9C62-2D83AB624B95}" type="sibTrans" cxnId="{D3C81380-2A18-4E3C-ACA3-DC727F255C16}">
      <dgm:prSet/>
      <dgm:spPr/>
    </dgm:pt>
    <dgm:pt modelId="{30A88157-6FFB-4967-AC1F-648B6252277E}">
      <dgm:prSet phldr="0"/>
      <dgm:spPr/>
      <dgm:t>
        <a:bodyPr/>
        <a:lstStyle/>
        <a:p>
          <a:r>
            <a:rPr lang="en-US"/>
            <a:t>raises concerns about job loss and the widening skills gap</a:t>
          </a:r>
        </a:p>
      </dgm:t>
    </dgm:pt>
    <dgm:pt modelId="{7934A516-D019-488F-A7E2-123BB0182B00}" type="parTrans" cxnId="{26B630A4-ACF7-4822-88F7-8FEE79C8210B}">
      <dgm:prSet/>
      <dgm:spPr/>
    </dgm:pt>
    <dgm:pt modelId="{6B9580D1-150F-4577-BDCD-41A745F48902}" type="sibTrans" cxnId="{26B630A4-ACF7-4822-88F7-8FEE79C8210B}">
      <dgm:prSet/>
      <dgm:spPr/>
    </dgm:pt>
    <dgm:pt modelId="{CE894B6F-3862-4DDA-8530-19A932CE0939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Technological</a:t>
          </a:r>
          <a:r>
            <a:rPr lang="en-US"/>
            <a:t> advancements reshape the job market </a:t>
          </a:r>
          <a:r>
            <a:rPr lang="en-US">
              <a:latin typeface="Aptos Display" panose="020F0302020204030204"/>
            </a:rPr>
            <a:t>by displacing</a:t>
          </a:r>
          <a:r>
            <a:rPr lang="en-US"/>
            <a:t> </a:t>
          </a:r>
          <a:r>
            <a:rPr lang="en-US">
              <a:latin typeface="Aptos Display" panose="020F0302020204030204"/>
            </a:rPr>
            <a:t>         </a:t>
          </a:r>
          <a:r>
            <a:rPr lang="en-US"/>
            <a:t>certain jobs</a:t>
          </a:r>
          <a:endParaRPr lang="en-US">
            <a:latin typeface="Aptos Display" panose="020F0302020204030204"/>
          </a:endParaRPr>
        </a:p>
      </dgm:t>
    </dgm:pt>
    <dgm:pt modelId="{EC488B1D-EBA6-4429-A054-6D070BE93112}" type="parTrans" cxnId="{93D42E3C-8F09-4EB2-B055-632AA1438D10}">
      <dgm:prSet/>
      <dgm:spPr/>
    </dgm:pt>
    <dgm:pt modelId="{CCC7BD96-37C6-494E-B0B6-7F2964A5CA0B}" type="sibTrans" cxnId="{93D42E3C-8F09-4EB2-B055-632AA1438D10}">
      <dgm:prSet/>
      <dgm:spPr/>
    </dgm:pt>
    <dgm:pt modelId="{F57D8672-2452-4815-BD56-17B361B6BBC8}">
      <dgm:prSet phldr="0"/>
      <dgm:spPr/>
      <dgm:t>
        <a:bodyPr/>
        <a:lstStyle/>
        <a:p>
          <a:pPr rtl="0"/>
          <a:r>
            <a:rPr lang="en-US"/>
            <a:t>However, they also create new opportunities through </a:t>
          </a:r>
          <a:r>
            <a:rPr lang="en-US">
              <a:latin typeface="Aptos Display" panose="020F0302020204030204"/>
            </a:rPr>
            <a:t>                         </a:t>
          </a:r>
          <a:r>
            <a:rPr lang="en-US"/>
            <a:t>innovation </a:t>
          </a:r>
          <a:r>
            <a:rPr lang="en-US">
              <a:latin typeface="Aptos Display" panose="020F0302020204030204"/>
            </a:rPr>
            <a:t>and economic</a:t>
          </a:r>
          <a:r>
            <a:rPr lang="en-US"/>
            <a:t> growth</a:t>
          </a:r>
          <a:endParaRPr lang="en-US">
            <a:latin typeface="Aptos Display" panose="020F0302020204030204"/>
          </a:endParaRPr>
        </a:p>
      </dgm:t>
    </dgm:pt>
    <dgm:pt modelId="{BCBE0C02-7491-4795-8993-DDB50BB14E7A}" type="parTrans" cxnId="{36A6FD5E-D8CC-4C05-A043-3B7E9DF8692A}">
      <dgm:prSet/>
      <dgm:spPr/>
    </dgm:pt>
    <dgm:pt modelId="{8B91EE88-233B-4DB8-BD65-BE99A9234D18}" type="sibTrans" cxnId="{36A6FD5E-D8CC-4C05-A043-3B7E9DF8692A}">
      <dgm:prSet/>
      <dgm:spPr/>
    </dgm:pt>
    <dgm:pt modelId="{EAE4D3B6-FBEE-4571-BA56-D2352DF97092}" type="pres">
      <dgm:prSet presAssocID="{DECE11F2-ED44-4332-98EF-35D6B677E048}" presName="Name0" presStyleCnt="0">
        <dgm:presLayoutVars>
          <dgm:dir/>
          <dgm:animLvl val="lvl"/>
          <dgm:resizeHandles val="exact"/>
        </dgm:presLayoutVars>
      </dgm:prSet>
      <dgm:spPr/>
    </dgm:pt>
    <dgm:pt modelId="{122FF314-79CD-4C52-8674-6FD7CBBE650D}" type="pres">
      <dgm:prSet presAssocID="{8AD72051-D949-48B8-BCDC-52AB875C3931}" presName="linNode" presStyleCnt="0"/>
      <dgm:spPr/>
    </dgm:pt>
    <dgm:pt modelId="{D33B276B-DB6C-4B64-8BC0-5AD9EEA85A8F}" type="pres">
      <dgm:prSet presAssocID="{8AD72051-D949-48B8-BCDC-52AB875C3931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4D12496-A423-483E-B066-49490C1E2CC0}" type="pres">
      <dgm:prSet presAssocID="{8AD72051-D949-48B8-BCDC-52AB875C3931}" presName="descendantText" presStyleLbl="alignAccFollowNode1" presStyleIdx="0" presStyleCnt="3">
        <dgm:presLayoutVars>
          <dgm:bulletEnabled val="1"/>
        </dgm:presLayoutVars>
      </dgm:prSet>
      <dgm:spPr/>
    </dgm:pt>
    <dgm:pt modelId="{87BBA845-CEFE-466F-B4F8-B0DBE4FA6525}" type="pres">
      <dgm:prSet presAssocID="{28DCA358-33CF-4472-A137-D4EB7E9A1E11}" presName="sp" presStyleCnt="0"/>
      <dgm:spPr/>
    </dgm:pt>
    <dgm:pt modelId="{B4640700-183E-46C0-84A3-F00359F87AE4}" type="pres">
      <dgm:prSet presAssocID="{660859DC-045A-49A5-B5D9-7CCBD874A6AB}" presName="linNode" presStyleCnt="0"/>
      <dgm:spPr/>
    </dgm:pt>
    <dgm:pt modelId="{D704217F-0025-42B8-8CB9-6CF6E1DD880E}" type="pres">
      <dgm:prSet presAssocID="{660859DC-045A-49A5-B5D9-7CCBD874A6AB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01A2A32-1DD2-48E9-AFD4-E2837760D8CA}" type="pres">
      <dgm:prSet presAssocID="{660859DC-045A-49A5-B5D9-7CCBD874A6AB}" presName="descendantText" presStyleLbl="alignAccFollowNode1" presStyleIdx="1" presStyleCnt="3">
        <dgm:presLayoutVars>
          <dgm:bulletEnabled val="1"/>
        </dgm:presLayoutVars>
      </dgm:prSet>
      <dgm:spPr/>
    </dgm:pt>
    <dgm:pt modelId="{58C94CD5-DFCD-4E0A-9AB6-204DACE85E08}" type="pres">
      <dgm:prSet presAssocID="{D379ACC6-35C6-4925-9D39-46D1E0EAFE8D}" presName="sp" presStyleCnt="0"/>
      <dgm:spPr/>
    </dgm:pt>
    <dgm:pt modelId="{1DAA959A-489D-4248-8D1C-BAFC3F066F54}" type="pres">
      <dgm:prSet presAssocID="{D851C049-A51F-4A45-95C8-47BDAEB23DBE}" presName="linNode" presStyleCnt="0"/>
      <dgm:spPr/>
    </dgm:pt>
    <dgm:pt modelId="{62AF4A2F-A339-495A-A8AB-2AFFA651B71D}" type="pres">
      <dgm:prSet presAssocID="{D851C049-A51F-4A45-95C8-47BDAEB23DBE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B5A80A2E-0F02-45F6-8063-CC811D7023B7}" type="pres">
      <dgm:prSet presAssocID="{D851C049-A51F-4A45-95C8-47BDAEB23DBE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F93DDD08-21CD-45CB-806D-14A0F14EFA7D}" type="presOf" srcId="{8AD72051-D949-48B8-BCDC-52AB875C3931}" destId="{D33B276B-DB6C-4B64-8BC0-5AD9EEA85A8F}" srcOrd="0" destOrd="0" presId="urn:microsoft.com/office/officeart/2005/8/layout/vList5"/>
    <dgm:cxn modelId="{F6EC6626-7FD7-4458-90A8-483337FB926A}" type="presOf" srcId="{AF5D1BD1-3FB0-4EBB-A46F-0FDD02FCE918}" destId="{94D12496-A423-483E-B066-49490C1E2CC0}" srcOrd="0" destOrd="1" presId="urn:microsoft.com/office/officeart/2005/8/layout/vList5"/>
    <dgm:cxn modelId="{93D42E3C-8F09-4EB2-B055-632AA1438D10}" srcId="{D851C049-A51F-4A45-95C8-47BDAEB23DBE}" destId="{CE894B6F-3862-4DDA-8530-19A932CE0939}" srcOrd="0" destOrd="0" parTransId="{EC488B1D-EBA6-4429-A054-6D070BE93112}" sibTransId="{CCC7BD96-37C6-494E-B0B6-7F2964A5CA0B}"/>
    <dgm:cxn modelId="{0A05E65D-1487-4F18-872D-D636406B9A63}" type="presOf" srcId="{30A88157-6FFB-4967-AC1F-648B6252277E}" destId="{B01A2A32-1DD2-48E9-AFD4-E2837760D8CA}" srcOrd="0" destOrd="1" presId="urn:microsoft.com/office/officeart/2005/8/layout/vList5"/>
    <dgm:cxn modelId="{36A6FD5E-D8CC-4C05-A043-3B7E9DF8692A}" srcId="{D851C049-A51F-4A45-95C8-47BDAEB23DBE}" destId="{F57D8672-2452-4815-BD56-17B361B6BBC8}" srcOrd="1" destOrd="0" parTransId="{BCBE0C02-7491-4795-8993-DDB50BB14E7A}" sibTransId="{8B91EE88-233B-4DB8-BD65-BE99A9234D18}"/>
    <dgm:cxn modelId="{3EEA3E4E-309D-43F1-86B8-E581CE41AC4E}" type="presOf" srcId="{D851C049-A51F-4A45-95C8-47BDAEB23DBE}" destId="{62AF4A2F-A339-495A-A8AB-2AFFA651B71D}" srcOrd="0" destOrd="0" presId="urn:microsoft.com/office/officeart/2005/8/layout/vList5"/>
    <dgm:cxn modelId="{4090AF4E-02B7-46CE-B4DB-AF0347B42151}" srcId="{DECE11F2-ED44-4332-98EF-35D6B677E048}" destId="{8AD72051-D949-48B8-BCDC-52AB875C3931}" srcOrd="0" destOrd="0" parTransId="{5B9D4B5E-DA81-4443-95FE-ACAAF5257418}" sibTransId="{28DCA358-33CF-4472-A137-D4EB7E9A1E11}"/>
    <dgm:cxn modelId="{368B5270-3777-4A3F-87C1-054C2AD8DEAC}" srcId="{660859DC-045A-49A5-B5D9-7CCBD874A6AB}" destId="{C4B2C0DE-2701-4F5C-9D85-12BFE8BBFB7C}" srcOrd="0" destOrd="0" parTransId="{50AB03F4-7810-4FA1-B35C-75D9994B8E31}" sibTransId="{2F27A0A3-EE1B-4DA9-A489-8346FD4E6129}"/>
    <dgm:cxn modelId="{7188E677-AF2F-4170-A997-148BC8C4BBF9}" type="presOf" srcId="{DECE11F2-ED44-4332-98EF-35D6B677E048}" destId="{EAE4D3B6-FBEE-4571-BA56-D2352DF97092}" srcOrd="0" destOrd="0" presId="urn:microsoft.com/office/officeart/2005/8/layout/vList5"/>
    <dgm:cxn modelId="{8856347D-CB80-423C-888A-3C6E428148AA}" type="presOf" srcId="{F57D8672-2452-4815-BD56-17B361B6BBC8}" destId="{B5A80A2E-0F02-45F6-8063-CC811D7023B7}" srcOrd="0" destOrd="1" presId="urn:microsoft.com/office/officeart/2005/8/layout/vList5"/>
    <dgm:cxn modelId="{D3C81380-2A18-4E3C-ACA3-DC727F255C16}" srcId="{8AD72051-D949-48B8-BCDC-52AB875C3931}" destId="{AF5D1BD1-3FB0-4EBB-A46F-0FDD02FCE918}" srcOrd="1" destOrd="0" parTransId="{75F1AFAB-DABB-4A38-B854-F9D9790C8FD2}" sibTransId="{F05F598A-4F34-4CA6-9C62-2D83AB624B95}"/>
    <dgm:cxn modelId="{5D3F22A0-F793-4397-8AD8-6B5A6E67608D}" srcId="{DECE11F2-ED44-4332-98EF-35D6B677E048}" destId="{D851C049-A51F-4A45-95C8-47BDAEB23DBE}" srcOrd="2" destOrd="0" parTransId="{314F5AD9-FF13-41C1-903A-922120A73D4A}" sibTransId="{7FF67FCA-1F23-49D5-8E1B-096FD6516C35}"/>
    <dgm:cxn modelId="{10522DA3-199E-46A1-BE87-27203F606CF5}" type="presOf" srcId="{CE894B6F-3862-4DDA-8530-19A932CE0939}" destId="{B5A80A2E-0F02-45F6-8063-CC811D7023B7}" srcOrd="0" destOrd="0" presId="urn:microsoft.com/office/officeart/2005/8/layout/vList5"/>
    <dgm:cxn modelId="{26B630A4-ACF7-4822-88F7-8FEE79C8210B}" srcId="{660859DC-045A-49A5-B5D9-7CCBD874A6AB}" destId="{30A88157-6FFB-4967-AC1F-648B6252277E}" srcOrd="1" destOrd="0" parTransId="{7934A516-D019-488F-A7E2-123BB0182B00}" sibTransId="{6B9580D1-150F-4577-BDCD-41A745F48902}"/>
    <dgm:cxn modelId="{7AA859A6-B9D1-4771-BD9C-767E88ED2943}" srcId="{8AD72051-D949-48B8-BCDC-52AB875C3931}" destId="{32A000DB-94C9-4117-B16F-00E0C3C16983}" srcOrd="0" destOrd="0" parTransId="{3BA72926-0E6D-4459-BEC6-333D92FB489B}" sibTransId="{CDB20FF8-FE9B-4CDF-AB4E-2448ED3E3D58}"/>
    <dgm:cxn modelId="{2EDC3EB5-2A4E-45DB-82AB-D33FAC719EAA}" srcId="{DECE11F2-ED44-4332-98EF-35D6B677E048}" destId="{660859DC-045A-49A5-B5D9-7CCBD874A6AB}" srcOrd="1" destOrd="0" parTransId="{D0CA4E13-E514-4CF6-9003-99A996CA60D8}" sibTransId="{D379ACC6-35C6-4925-9D39-46D1E0EAFE8D}"/>
    <dgm:cxn modelId="{5094B0CF-7D99-4921-8E38-5A349C57772D}" type="presOf" srcId="{C4B2C0DE-2701-4F5C-9D85-12BFE8BBFB7C}" destId="{B01A2A32-1DD2-48E9-AFD4-E2837760D8CA}" srcOrd="0" destOrd="0" presId="urn:microsoft.com/office/officeart/2005/8/layout/vList5"/>
    <dgm:cxn modelId="{32FFE1D3-5A59-48C5-9968-FDC008C4806A}" type="presOf" srcId="{660859DC-045A-49A5-B5D9-7CCBD874A6AB}" destId="{D704217F-0025-42B8-8CB9-6CF6E1DD880E}" srcOrd="0" destOrd="0" presId="urn:microsoft.com/office/officeart/2005/8/layout/vList5"/>
    <dgm:cxn modelId="{2A4022D7-82D5-4265-B754-E8D97F90DF25}" type="presOf" srcId="{32A000DB-94C9-4117-B16F-00E0C3C16983}" destId="{94D12496-A423-483E-B066-49490C1E2CC0}" srcOrd="0" destOrd="0" presId="urn:microsoft.com/office/officeart/2005/8/layout/vList5"/>
    <dgm:cxn modelId="{2BD89EA9-E1BE-4585-9AF1-C3A9DF475A96}" type="presParOf" srcId="{EAE4D3B6-FBEE-4571-BA56-D2352DF97092}" destId="{122FF314-79CD-4C52-8674-6FD7CBBE650D}" srcOrd="0" destOrd="0" presId="urn:microsoft.com/office/officeart/2005/8/layout/vList5"/>
    <dgm:cxn modelId="{59E65859-75AE-4A6B-B167-E5168E8DD7E6}" type="presParOf" srcId="{122FF314-79CD-4C52-8674-6FD7CBBE650D}" destId="{D33B276B-DB6C-4B64-8BC0-5AD9EEA85A8F}" srcOrd="0" destOrd="0" presId="urn:microsoft.com/office/officeart/2005/8/layout/vList5"/>
    <dgm:cxn modelId="{A5651EBA-93C3-4736-B77F-185795326151}" type="presParOf" srcId="{122FF314-79CD-4C52-8674-6FD7CBBE650D}" destId="{94D12496-A423-483E-B066-49490C1E2CC0}" srcOrd="1" destOrd="0" presId="urn:microsoft.com/office/officeart/2005/8/layout/vList5"/>
    <dgm:cxn modelId="{CD08ED09-9AED-4235-9397-B6FCA0EC0F66}" type="presParOf" srcId="{EAE4D3B6-FBEE-4571-BA56-D2352DF97092}" destId="{87BBA845-CEFE-466F-B4F8-B0DBE4FA6525}" srcOrd="1" destOrd="0" presId="urn:microsoft.com/office/officeart/2005/8/layout/vList5"/>
    <dgm:cxn modelId="{2C2360B6-6C4C-47ED-9B11-89EA09C6CDE9}" type="presParOf" srcId="{EAE4D3B6-FBEE-4571-BA56-D2352DF97092}" destId="{B4640700-183E-46C0-84A3-F00359F87AE4}" srcOrd="2" destOrd="0" presId="urn:microsoft.com/office/officeart/2005/8/layout/vList5"/>
    <dgm:cxn modelId="{EF4C76E8-EEFE-4BCD-9FBC-4D5C822886EB}" type="presParOf" srcId="{B4640700-183E-46C0-84A3-F00359F87AE4}" destId="{D704217F-0025-42B8-8CB9-6CF6E1DD880E}" srcOrd="0" destOrd="0" presId="urn:microsoft.com/office/officeart/2005/8/layout/vList5"/>
    <dgm:cxn modelId="{7BFEE8DB-DFB7-4636-B5F8-AD70A0AEA2AA}" type="presParOf" srcId="{B4640700-183E-46C0-84A3-F00359F87AE4}" destId="{B01A2A32-1DD2-48E9-AFD4-E2837760D8CA}" srcOrd="1" destOrd="0" presId="urn:microsoft.com/office/officeart/2005/8/layout/vList5"/>
    <dgm:cxn modelId="{9B909699-045B-4662-81C6-439C3825E724}" type="presParOf" srcId="{EAE4D3B6-FBEE-4571-BA56-D2352DF97092}" destId="{58C94CD5-DFCD-4E0A-9AB6-204DACE85E08}" srcOrd="3" destOrd="0" presId="urn:microsoft.com/office/officeart/2005/8/layout/vList5"/>
    <dgm:cxn modelId="{EB0797DB-A342-4D18-AD42-79D1CB26785C}" type="presParOf" srcId="{EAE4D3B6-FBEE-4571-BA56-D2352DF97092}" destId="{1DAA959A-489D-4248-8D1C-BAFC3F066F54}" srcOrd="4" destOrd="0" presId="urn:microsoft.com/office/officeart/2005/8/layout/vList5"/>
    <dgm:cxn modelId="{D9A19AA0-F80F-41C0-B34F-83894AED8BA7}" type="presParOf" srcId="{1DAA959A-489D-4248-8D1C-BAFC3F066F54}" destId="{62AF4A2F-A339-495A-A8AB-2AFFA651B71D}" srcOrd="0" destOrd="0" presId="urn:microsoft.com/office/officeart/2005/8/layout/vList5"/>
    <dgm:cxn modelId="{3C1030AD-84FE-4412-AB10-4D9C1E20C194}" type="presParOf" srcId="{1DAA959A-489D-4248-8D1C-BAFC3F066F54}" destId="{B5A80A2E-0F02-45F6-8063-CC811D7023B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DC9C866-D707-480A-B98F-D2BB2F970765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D239C84-81CB-4440-86EE-6FC964051F05}">
      <dgm:prSet phldrT="[Text]" phldr="0"/>
      <dgm:spPr/>
      <dgm:t>
        <a:bodyPr/>
        <a:lstStyle/>
        <a:p>
          <a:pPr rtl="0"/>
          <a:r>
            <a:rPr lang="en-US"/>
            <a:t>Historical Context of Automation</a:t>
          </a:r>
        </a:p>
      </dgm:t>
    </dgm:pt>
    <dgm:pt modelId="{BC149A73-F497-4E70-B06B-D48E42235BA1}" type="parTrans" cxnId="{D2143BC9-963B-493E-9106-7C2ABD5DBE6C}">
      <dgm:prSet/>
      <dgm:spPr/>
      <dgm:t>
        <a:bodyPr/>
        <a:lstStyle/>
        <a:p>
          <a:endParaRPr lang="en-US"/>
        </a:p>
      </dgm:t>
    </dgm:pt>
    <dgm:pt modelId="{3088FDEF-B999-4D93-A839-DBD1B7405A4E}" type="sibTrans" cxnId="{D2143BC9-963B-493E-9106-7C2ABD5DBE6C}">
      <dgm:prSet/>
      <dgm:spPr/>
      <dgm:t>
        <a:bodyPr/>
        <a:lstStyle/>
        <a:p>
          <a:endParaRPr lang="en-US"/>
        </a:p>
      </dgm:t>
    </dgm:pt>
    <dgm:pt modelId="{82A82F24-9DCD-4B7F-AB78-48EBC7E216B3}">
      <dgm:prSet phldrT="[Text]" phldr="0"/>
      <dgm:spPr/>
      <dgm:t>
        <a:bodyPr/>
        <a:lstStyle/>
        <a:p>
          <a:pPr rtl="0"/>
          <a:r>
            <a:rPr lang="en-US"/>
            <a:t>Industrial Revolution </a:t>
          </a:r>
          <a:r>
            <a:rPr lang="en-US">
              <a:latin typeface="Aptos Display" panose="020F0302020204030204"/>
            </a:rPr>
            <a:t>marked</a:t>
          </a:r>
          <a:r>
            <a:rPr lang="en-US"/>
            <a:t> a turning point in labor markets.</a:t>
          </a:r>
        </a:p>
      </dgm:t>
    </dgm:pt>
    <dgm:pt modelId="{D95D3905-974B-41AC-A816-608FA5342C51}" type="parTrans" cxnId="{1A11CA44-AB54-4261-9FD2-29629E5355C6}">
      <dgm:prSet/>
      <dgm:spPr/>
      <dgm:t>
        <a:bodyPr/>
        <a:lstStyle/>
        <a:p>
          <a:endParaRPr lang="en-US"/>
        </a:p>
      </dgm:t>
    </dgm:pt>
    <dgm:pt modelId="{1FE8051E-5416-4BEE-8BDD-B0357CA7B51F}" type="sibTrans" cxnId="{1A11CA44-AB54-4261-9FD2-29629E5355C6}">
      <dgm:prSet/>
      <dgm:spPr/>
      <dgm:t>
        <a:bodyPr/>
        <a:lstStyle/>
        <a:p>
          <a:endParaRPr lang="en-US"/>
        </a:p>
      </dgm:t>
    </dgm:pt>
    <dgm:pt modelId="{94804288-28FC-4C47-B2C5-79CDB8DBE002}">
      <dgm:prSet phldr="0"/>
      <dgm:spPr/>
      <dgm:t>
        <a:bodyPr/>
        <a:lstStyle/>
        <a:p>
          <a:pPr rtl="0"/>
          <a:r>
            <a:rPr lang="en-US"/>
            <a:t>In the early 20th century, the mechanization of agriculture</a:t>
          </a:r>
          <a:r>
            <a:rPr lang="en-US">
              <a:solidFill>
                <a:srgbClr val="000000"/>
              </a:solidFill>
              <a:latin typeface="Calibri"/>
              <a:ea typeface="Calibri"/>
              <a:cs typeface="Calibri"/>
            </a:rPr>
            <a:t> </a:t>
          </a:r>
          <a:r>
            <a:rPr lang="en-US"/>
            <a:t>showcased how automation could transform industries.</a:t>
          </a:r>
          <a:endParaRPr lang="en-US">
            <a:latin typeface="Aptos Display" panose="020F0302020204030204"/>
          </a:endParaRPr>
        </a:p>
      </dgm:t>
    </dgm:pt>
    <dgm:pt modelId="{98133FBC-24F2-4643-9A7E-8F2A2529AB3C}" type="parTrans" cxnId="{8810C795-AD9E-44B0-B0D4-5532D0EE702E}">
      <dgm:prSet/>
      <dgm:spPr/>
    </dgm:pt>
    <dgm:pt modelId="{4B5ED38E-3DBC-4037-9487-15A4503A9789}" type="sibTrans" cxnId="{8810C795-AD9E-44B0-B0D4-5532D0EE702E}">
      <dgm:prSet/>
      <dgm:spPr/>
      <dgm:t>
        <a:bodyPr/>
        <a:lstStyle/>
        <a:p>
          <a:endParaRPr lang="en-US"/>
        </a:p>
      </dgm:t>
    </dgm:pt>
    <dgm:pt modelId="{AA1A65C2-DB64-4821-95F2-5864D79154DC}">
      <dgm:prSet phldr="0"/>
      <dgm:spPr/>
      <dgm:t>
        <a:bodyPr/>
        <a:lstStyle/>
        <a:p>
          <a:pPr rtl="0"/>
          <a:r>
            <a:rPr lang="en-US"/>
            <a:t>Role of Social Policies in Mitigating Automation Effects</a:t>
          </a:r>
          <a:endParaRPr lang="en-US">
            <a:latin typeface="Aptos Display" panose="020F0302020204030204"/>
          </a:endParaRPr>
        </a:p>
      </dgm:t>
    </dgm:pt>
    <dgm:pt modelId="{2E0ACEDD-DC00-468D-AFB9-8CE324374A66}" type="parTrans" cxnId="{A87B33E9-2634-43FC-88C4-28F09CBE475D}">
      <dgm:prSet/>
      <dgm:spPr/>
    </dgm:pt>
    <dgm:pt modelId="{90A41B21-218D-4864-85CE-29FC818FDFA9}" type="sibTrans" cxnId="{A87B33E9-2634-43FC-88C4-28F09CBE475D}">
      <dgm:prSet/>
      <dgm:spPr/>
      <dgm:t>
        <a:bodyPr/>
        <a:lstStyle/>
        <a:p>
          <a:endParaRPr lang="en-US"/>
        </a:p>
      </dgm:t>
    </dgm:pt>
    <dgm:pt modelId="{D32A48C4-3314-42D2-9800-3E2AD51EA4D1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After</a:t>
          </a:r>
          <a:r>
            <a:rPr lang="en-US"/>
            <a:t> </a:t>
          </a:r>
          <a:r>
            <a:rPr lang="en-US">
              <a:latin typeface="Aptos Display" panose="020F0302020204030204"/>
            </a:rPr>
            <a:t>WWII</a:t>
          </a:r>
          <a:r>
            <a:rPr lang="en-US"/>
            <a:t>, 42</a:t>
          </a:r>
          <a:r>
            <a:rPr lang="en-US">
              <a:latin typeface="Aptos Display" panose="020F0302020204030204"/>
            </a:rPr>
            <a:t>%</a:t>
          </a:r>
          <a:r>
            <a:rPr lang="en-US"/>
            <a:t> of jobs in the UK were rendered redundant due to economic shifts.</a:t>
          </a:r>
          <a:endParaRPr lang="en-US">
            <a:latin typeface="Aptos Display" panose="020F0302020204030204"/>
          </a:endParaRPr>
        </a:p>
      </dgm:t>
    </dgm:pt>
    <dgm:pt modelId="{D58770E2-276A-4292-80FF-317999662582}" type="parTrans" cxnId="{C24AE3C8-EACE-4F4D-BEE2-DE39E864EABD}">
      <dgm:prSet/>
      <dgm:spPr/>
    </dgm:pt>
    <dgm:pt modelId="{ADE41EFB-14B5-46F5-810A-51923032754D}" type="sibTrans" cxnId="{C24AE3C8-EACE-4F4D-BEE2-DE39E864EABD}">
      <dgm:prSet/>
      <dgm:spPr/>
      <dgm:t>
        <a:bodyPr/>
        <a:lstStyle/>
        <a:p>
          <a:endParaRPr lang="en-US"/>
        </a:p>
      </dgm:t>
    </dgm:pt>
    <dgm:pt modelId="{DD158755-D751-44A9-9AEA-B3FBB6CC5F33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The</a:t>
          </a:r>
          <a:r>
            <a:rPr lang="en-US"/>
            <a:t> global financial crisis of 2008 and COVID-19 highlight the importance of robust social and legal policies for economic </a:t>
          </a:r>
          <a:r>
            <a:rPr lang="en-US">
              <a:latin typeface="Aptos Display" panose="020F0302020204030204"/>
            </a:rPr>
            <a:t>stability</a:t>
          </a:r>
        </a:p>
      </dgm:t>
    </dgm:pt>
    <dgm:pt modelId="{2F96FC5F-4E2D-465C-B270-527F5440A223}" type="parTrans" cxnId="{D3F26241-20CA-4D7C-89F2-0B7DF501D6DA}">
      <dgm:prSet/>
      <dgm:spPr/>
    </dgm:pt>
    <dgm:pt modelId="{8EE47C70-DDFB-49C6-89E5-7D76DAB09B6C}" type="sibTrans" cxnId="{D3F26241-20CA-4D7C-89F2-0B7DF501D6DA}">
      <dgm:prSet/>
      <dgm:spPr/>
      <dgm:t>
        <a:bodyPr/>
        <a:lstStyle/>
        <a:p>
          <a:endParaRPr lang="en-US"/>
        </a:p>
      </dgm:t>
    </dgm:pt>
    <dgm:pt modelId="{6A3B0EF0-DC69-4C05-BD9C-7EC9237B9759}">
      <dgm:prSet phldr="0"/>
      <dgm:spPr/>
      <dgm:t>
        <a:bodyPr/>
        <a:lstStyle/>
        <a:p>
          <a:r>
            <a:rPr lang="en-US">
              <a:solidFill>
                <a:srgbClr val="FF0000"/>
              </a:solidFill>
              <a:latin typeface="Aptos Display" panose="020F0302020204030204"/>
            </a:rPr>
            <a:t>Proactive</a:t>
          </a:r>
          <a:r>
            <a:rPr lang="en-US">
              <a:solidFill>
                <a:srgbClr val="FF0000"/>
              </a:solidFill>
            </a:rPr>
            <a:t> government intervention can </a:t>
          </a:r>
          <a:r>
            <a:rPr lang="en-US">
              <a:solidFill>
                <a:srgbClr val="FF0000"/>
              </a:solidFill>
              <a:latin typeface="Aptos Display" panose="020F0302020204030204"/>
            </a:rPr>
            <a:t>play</a:t>
          </a:r>
          <a:r>
            <a:rPr lang="en-US">
              <a:solidFill>
                <a:srgbClr val="FF0000"/>
              </a:solidFill>
            </a:rPr>
            <a:t> a critical role in mitigating the adverse effects of automation</a:t>
          </a:r>
          <a:endParaRPr lang="en-US"/>
        </a:p>
      </dgm:t>
    </dgm:pt>
    <dgm:pt modelId="{FCCB973F-E59D-4F1C-B5BB-A09176C25F34}" type="parTrans" cxnId="{BCAF1ECC-418C-4181-9F41-437FD60AED2D}">
      <dgm:prSet/>
      <dgm:spPr/>
    </dgm:pt>
    <dgm:pt modelId="{E3EA309B-C0F1-4F55-8B18-D0BDF91E9763}" type="sibTrans" cxnId="{BCAF1ECC-418C-4181-9F41-437FD60AED2D}">
      <dgm:prSet/>
      <dgm:spPr/>
    </dgm:pt>
    <dgm:pt modelId="{ED0DC00D-372F-4E56-9DA1-A1AD179EE007}" type="pres">
      <dgm:prSet presAssocID="{DDC9C866-D707-480A-B98F-D2BB2F970765}" presName="linear" presStyleCnt="0">
        <dgm:presLayoutVars>
          <dgm:dir/>
          <dgm:animLvl val="lvl"/>
          <dgm:resizeHandles val="exact"/>
        </dgm:presLayoutVars>
      </dgm:prSet>
      <dgm:spPr/>
    </dgm:pt>
    <dgm:pt modelId="{B48ADA31-2395-4DF0-B236-D0E894A47B7C}" type="pres">
      <dgm:prSet presAssocID="{2D239C84-81CB-4440-86EE-6FC964051F05}" presName="parentLin" presStyleCnt="0"/>
      <dgm:spPr/>
    </dgm:pt>
    <dgm:pt modelId="{35F2423E-7F44-4692-88B1-6622C9010080}" type="pres">
      <dgm:prSet presAssocID="{2D239C84-81CB-4440-86EE-6FC964051F05}" presName="parentLeftMargin" presStyleLbl="node1" presStyleIdx="0" presStyleCnt="2"/>
      <dgm:spPr/>
    </dgm:pt>
    <dgm:pt modelId="{41F7FE57-0B83-44E0-B91F-52702E050966}" type="pres">
      <dgm:prSet presAssocID="{2D239C84-81CB-4440-86EE-6FC964051F0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25ACB58-D307-461F-883A-E2D06C234934}" type="pres">
      <dgm:prSet presAssocID="{2D239C84-81CB-4440-86EE-6FC964051F05}" presName="negativeSpace" presStyleCnt="0"/>
      <dgm:spPr/>
    </dgm:pt>
    <dgm:pt modelId="{DD515CC0-03AF-4ED3-87B2-CB135955F78C}" type="pres">
      <dgm:prSet presAssocID="{2D239C84-81CB-4440-86EE-6FC964051F05}" presName="childText" presStyleLbl="conFgAcc1" presStyleIdx="0" presStyleCnt="2">
        <dgm:presLayoutVars>
          <dgm:bulletEnabled val="1"/>
        </dgm:presLayoutVars>
      </dgm:prSet>
      <dgm:spPr/>
    </dgm:pt>
    <dgm:pt modelId="{F563BB12-3161-40ED-A796-8229AD4559BF}" type="pres">
      <dgm:prSet presAssocID="{3088FDEF-B999-4D93-A839-DBD1B7405A4E}" presName="spaceBetweenRectangles" presStyleCnt="0"/>
      <dgm:spPr/>
    </dgm:pt>
    <dgm:pt modelId="{7444FF4A-0790-45D8-9994-955F9F121CFD}" type="pres">
      <dgm:prSet presAssocID="{AA1A65C2-DB64-4821-95F2-5864D79154DC}" presName="parentLin" presStyleCnt="0"/>
      <dgm:spPr/>
    </dgm:pt>
    <dgm:pt modelId="{E0370FC3-C4E7-40B7-88C6-E35CDA01F707}" type="pres">
      <dgm:prSet presAssocID="{AA1A65C2-DB64-4821-95F2-5864D79154DC}" presName="parentLeftMargin" presStyleLbl="node1" presStyleIdx="0" presStyleCnt="2"/>
      <dgm:spPr/>
    </dgm:pt>
    <dgm:pt modelId="{87B869E2-F59B-4C3F-AB48-42CE6219706B}" type="pres">
      <dgm:prSet presAssocID="{AA1A65C2-DB64-4821-95F2-5864D79154D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DBE0887-BC46-4D7C-9E7B-CA5ACF6ADCFE}" type="pres">
      <dgm:prSet presAssocID="{AA1A65C2-DB64-4821-95F2-5864D79154DC}" presName="negativeSpace" presStyleCnt="0"/>
      <dgm:spPr/>
    </dgm:pt>
    <dgm:pt modelId="{A55C0B18-1F1E-43E4-88C4-104F1EECFEFA}" type="pres">
      <dgm:prSet presAssocID="{AA1A65C2-DB64-4821-95F2-5864D79154DC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4939A906-A2FF-483D-92F1-B51938BFF317}" type="presOf" srcId="{2D239C84-81CB-4440-86EE-6FC964051F05}" destId="{41F7FE57-0B83-44E0-B91F-52702E050966}" srcOrd="1" destOrd="0" presId="urn:microsoft.com/office/officeart/2005/8/layout/list1"/>
    <dgm:cxn modelId="{5B84940C-0B89-4E6E-A4A8-2A81D794FECE}" type="presOf" srcId="{2D239C84-81CB-4440-86EE-6FC964051F05}" destId="{35F2423E-7F44-4692-88B1-6622C9010080}" srcOrd="0" destOrd="0" presId="urn:microsoft.com/office/officeart/2005/8/layout/list1"/>
    <dgm:cxn modelId="{E6DEE25E-922A-41D1-8C70-555E09ABDD80}" type="presOf" srcId="{6A3B0EF0-DC69-4C05-BD9C-7EC9237B9759}" destId="{A55C0B18-1F1E-43E4-88C4-104F1EECFEFA}" srcOrd="0" destOrd="2" presId="urn:microsoft.com/office/officeart/2005/8/layout/list1"/>
    <dgm:cxn modelId="{D3F26241-20CA-4D7C-89F2-0B7DF501D6DA}" srcId="{AA1A65C2-DB64-4821-95F2-5864D79154DC}" destId="{DD158755-D751-44A9-9AEA-B3FBB6CC5F33}" srcOrd="1" destOrd="0" parTransId="{2F96FC5F-4E2D-465C-B270-527F5440A223}" sibTransId="{8EE47C70-DDFB-49C6-89E5-7D76DAB09B6C}"/>
    <dgm:cxn modelId="{1A11CA44-AB54-4261-9FD2-29629E5355C6}" srcId="{2D239C84-81CB-4440-86EE-6FC964051F05}" destId="{82A82F24-9DCD-4B7F-AB78-48EBC7E216B3}" srcOrd="0" destOrd="0" parTransId="{D95D3905-974B-41AC-A816-608FA5342C51}" sibTransId="{1FE8051E-5416-4BEE-8BDD-B0357CA7B51F}"/>
    <dgm:cxn modelId="{51C45A49-F518-4B24-90AC-A12C19EE3DDF}" type="presOf" srcId="{94804288-28FC-4C47-B2C5-79CDB8DBE002}" destId="{DD515CC0-03AF-4ED3-87B2-CB135955F78C}" srcOrd="0" destOrd="1" presId="urn:microsoft.com/office/officeart/2005/8/layout/list1"/>
    <dgm:cxn modelId="{A4AC156F-9C0F-4F51-9662-E6BDB7387177}" type="presOf" srcId="{DD158755-D751-44A9-9AEA-B3FBB6CC5F33}" destId="{A55C0B18-1F1E-43E4-88C4-104F1EECFEFA}" srcOrd="0" destOrd="1" presId="urn:microsoft.com/office/officeart/2005/8/layout/list1"/>
    <dgm:cxn modelId="{A279797B-41F4-430F-AA10-96FCAA33F87D}" type="presOf" srcId="{D32A48C4-3314-42D2-9800-3E2AD51EA4D1}" destId="{A55C0B18-1F1E-43E4-88C4-104F1EECFEFA}" srcOrd="0" destOrd="0" presId="urn:microsoft.com/office/officeart/2005/8/layout/list1"/>
    <dgm:cxn modelId="{A65D578C-2326-4442-B586-8630E2444E59}" type="presOf" srcId="{82A82F24-9DCD-4B7F-AB78-48EBC7E216B3}" destId="{DD515CC0-03AF-4ED3-87B2-CB135955F78C}" srcOrd="0" destOrd="0" presId="urn:microsoft.com/office/officeart/2005/8/layout/list1"/>
    <dgm:cxn modelId="{8810C795-AD9E-44B0-B0D4-5532D0EE702E}" srcId="{2D239C84-81CB-4440-86EE-6FC964051F05}" destId="{94804288-28FC-4C47-B2C5-79CDB8DBE002}" srcOrd="1" destOrd="0" parTransId="{98133FBC-24F2-4643-9A7E-8F2A2529AB3C}" sibTransId="{4B5ED38E-3DBC-4037-9487-15A4503A9789}"/>
    <dgm:cxn modelId="{2BD608A1-DE98-488E-92C7-500724DAAD23}" type="presOf" srcId="{DDC9C866-D707-480A-B98F-D2BB2F970765}" destId="{ED0DC00D-372F-4E56-9DA1-A1AD179EE007}" srcOrd="0" destOrd="0" presId="urn:microsoft.com/office/officeart/2005/8/layout/list1"/>
    <dgm:cxn modelId="{C24AE3C8-EACE-4F4D-BEE2-DE39E864EABD}" srcId="{AA1A65C2-DB64-4821-95F2-5864D79154DC}" destId="{D32A48C4-3314-42D2-9800-3E2AD51EA4D1}" srcOrd="0" destOrd="0" parTransId="{D58770E2-276A-4292-80FF-317999662582}" sibTransId="{ADE41EFB-14B5-46F5-810A-51923032754D}"/>
    <dgm:cxn modelId="{D2143BC9-963B-493E-9106-7C2ABD5DBE6C}" srcId="{DDC9C866-D707-480A-B98F-D2BB2F970765}" destId="{2D239C84-81CB-4440-86EE-6FC964051F05}" srcOrd="0" destOrd="0" parTransId="{BC149A73-F497-4E70-B06B-D48E42235BA1}" sibTransId="{3088FDEF-B999-4D93-A839-DBD1B7405A4E}"/>
    <dgm:cxn modelId="{F9EDC9CB-F26E-4EFC-967B-AB831CA28B1D}" type="presOf" srcId="{AA1A65C2-DB64-4821-95F2-5864D79154DC}" destId="{E0370FC3-C4E7-40B7-88C6-E35CDA01F707}" srcOrd="0" destOrd="0" presId="urn:microsoft.com/office/officeart/2005/8/layout/list1"/>
    <dgm:cxn modelId="{BCAF1ECC-418C-4181-9F41-437FD60AED2D}" srcId="{AA1A65C2-DB64-4821-95F2-5864D79154DC}" destId="{6A3B0EF0-DC69-4C05-BD9C-7EC9237B9759}" srcOrd="2" destOrd="0" parTransId="{FCCB973F-E59D-4F1C-B5BB-A09176C25F34}" sibTransId="{E3EA309B-C0F1-4F55-8B18-D0BDF91E9763}"/>
    <dgm:cxn modelId="{A87B33E9-2634-43FC-88C4-28F09CBE475D}" srcId="{DDC9C866-D707-480A-B98F-D2BB2F970765}" destId="{AA1A65C2-DB64-4821-95F2-5864D79154DC}" srcOrd="1" destOrd="0" parTransId="{2E0ACEDD-DC00-468D-AFB9-8CE324374A66}" sibTransId="{90A41B21-218D-4864-85CE-29FC818FDFA9}"/>
    <dgm:cxn modelId="{4A3A3AE9-7984-44EB-9019-52B581886889}" type="presOf" srcId="{AA1A65C2-DB64-4821-95F2-5864D79154DC}" destId="{87B869E2-F59B-4C3F-AB48-42CE6219706B}" srcOrd="1" destOrd="0" presId="urn:microsoft.com/office/officeart/2005/8/layout/list1"/>
    <dgm:cxn modelId="{1CDF632A-5FD1-4C39-90F7-8019BE592D18}" type="presParOf" srcId="{ED0DC00D-372F-4E56-9DA1-A1AD179EE007}" destId="{B48ADA31-2395-4DF0-B236-D0E894A47B7C}" srcOrd="0" destOrd="0" presId="urn:microsoft.com/office/officeart/2005/8/layout/list1"/>
    <dgm:cxn modelId="{FC3C397D-1A4F-48B4-B9E7-85948E3E3E74}" type="presParOf" srcId="{B48ADA31-2395-4DF0-B236-D0E894A47B7C}" destId="{35F2423E-7F44-4692-88B1-6622C9010080}" srcOrd="0" destOrd="0" presId="urn:microsoft.com/office/officeart/2005/8/layout/list1"/>
    <dgm:cxn modelId="{6E45A388-D56D-465E-8C70-7CF0D4099F1A}" type="presParOf" srcId="{B48ADA31-2395-4DF0-B236-D0E894A47B7C}" destId="{41F7FE57-0B83-44E0-B91F-52702E050966}" srcOrd="1" destOrd="0" presId="urn:microsoft.com/office/officeart/2005/8/layout/list1"/>
    <dgm:cxn modelId="{02EDFE94-2AFE-4DD2-AF36-5A49DDCEE07A}" type="presParOf" srcId="{ED0DC00D-372F-4E56-9DA1-A1AD179EE007}" destId="{425ACB58-D307-461F-883A-E2D06C234934}" srcOrd="1" destOrd="0" presId="urn:microsoft.com/office/officeart/2005/8/layout/list1"/>
    <dgm:cxn modelId="{D042F637-1FDF-4067-896F-2F007227F479}" type="presParOf" srcId="{ED0DC00D-372F-4E56-9DA1-A1AD179EE007}" destId="{DD515CC0-03AF-4ED3-87B2-CB135955F78C}" srcOrd="2" destOrd="0" presId="urn:microsoft.com/office/officeart/2005/8/layout/list1"/>
    <dgm:cxn modelId="{25718D5B-5D35-49FA-8024-A0E1D03C5DE1}" type="presParOf" srcId="{ED0DC00D-372F-4E56-9DA1-A1AD179EE007}" destId="{F563BB12-3161-40ED-A796-8229AD4559BF}" srcOrd="3" destOrd="0" presId="urn:microsoft.com/office/officeart/2005/8/layout/list1"/>
    <dgm:cxn modelId="{0B1C52C9-7130-455C-BDDF-FEC39D8C6FF7}" type="presParOf" srcId="{ED0DC00D-372F-4E56-9DA1-A1AD179EE007}" destId="{7444FF4A-0790-45D8-9994-955F9F121CFD}" srcOrd="4" destOrd="0" presId="urn:microsoft.com/office/officeart/2005/8/layout/list1"/>
    <dgm:cxn modelId="{285E6D6A-2B8F-4407-A0BF-1F3780C01ABD}" type="presParOf" srcId="{7444FF4A-0790-45D8-9994-955F9F121CFD}" destId="{E0370FC3-C4E7-40B7-88C6-E35CDA01F707}" srcOrd="0" destOrd="0" presId="urn:microsoft.com/office/officeart/2005/8/layout/list1"/>
    <dgm:cxn modelId="{B6A9DC21-FC99-4446-B12E-FC39480591F7}" type="presParOf" srcId="{7444FF4A-0790-45D8-9994-955F9F121CFD}" destId="{87B869E2-F59B-4C3F-AB48-42CE6219706B}" srcOrd="1" destOrd="0" presId="urn:microsoft.com/office/officeart/2005/8/layout/list1"/>
    <dgm:cxn modelId="{5D0E1393-36C6-4CAC-BF1B-88F6C1789C1D}" type="presParOf" srcId="{ED0DC00D-372F-4E56-9DA1-A1AD179EE007}" destId="{CDBE0887-BC46-4D7C-9E7B-CA5ACF6ADCFE}" srcOrd="5" destOrd="0" presId="urn:microsoft.com/office/officeart/2005/8/layout/list1"/>
    <dgm:cxn modelId="{E41300B6-B551-434E-BDC4-637E8689BC82}" type="presParOf" srcId="{ED0DC00D-372F-4E56-9DA1-A1AD179EE007}" destId="{A55C0B18-1F1E-43E4-88C4-104F1EECFEF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FCC0C6-3324-4778-A063-12988581FD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022B6C9-A417-4BD0-9875-AA31268BFA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Innovation </a:t>
          </a:r>
          <a:r>
            <a:rPr lang="en-US">
              <a:latin typeface="Aptos Display" panose="020F0302020204030204"/>
            </a:rPr>
            <a:t>Catalyst: </a:t>
          </a:r>
          <a:r>
            <a:rPr lang="en-US"/>
            <a:t>drives innovation and enhances competitiveness by creating new job markets.</a:t>
          </a:r>
          <a:endParaRPr lang="en-US">
            <a:latin typeface="Aptos Display" panose="020F0302020204030204"/>
          </a:endParaRPr>
        </a:p>
      </dgm:t>
    </dgm:pt>
    <dgm:pt modelId="{572B202A-5A43-4BF1-A413-D5D5CA01552E}" type="parTrans" cxnId="{DD768C36-2A2F-4123-9134-6E6795682204}">
      <dgm:prSet/>
      <dgm:spPr/>
      <dgm:t>
        <a:bodyPr/>
        <a:lstStyle/>
        <a:p>
          <a:endParaRPr lang="en-US"/>
        </a:p>
      </dgm:t>
    </dgm:pt>
    <dgm:pt modelId="{44EE8BCD-103A-4E85-A007-261B478CF6E5}" type="sibTrans" cxnId="{DD768C36-2A2F-4123-9134-6E6795682204}">
      <dgm:prSet/>
      <dgm:spPr/>
      <dgm:t>
        <a:bodyPr/>
        <a:lstStyle/>
        <a:p>
          <a:endParaRPr lang="en-US"/>
        </a:p>
      </dgm:t>
    </dgm:pt>
    <dgm:pt modelId="{B450F306-04A5-4D62-A2EC-727DDB60A0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Education &amp; </a:t>
          </a:r>
          <a:r>
            <a:rPr lang="en-US">
              <a:latin typeface="Aptos Display" panose="020F0302020204030204"/>
            </a:rPr>
            <a:t>Re-skilling:</a:t>
          </a:r>
          <a:r>
            <a:rPr lang="en-US"/>
            <a:t> presents opportunities for training displaced workers in high-demand fields.</a:t>
          </a:r>
        </a:p>
      </dgm:t>
    </dgm:pt>
    <dgm:pt modelId="{3C9BA708-7F56-4915-B506-C772E6D1D2A9}" type="parTrans" cxnId="{57A108A4-354D-493A-8E08-37FE169B05A1}">
      <dgm:prSet/>
      <dgm:spPr/>
      <dgm:t>
        <a:bodyPr/>
        <a:lstStyle/>
        <a:p>
          <a:endParaRPr lang="en-US"/>
        </a:p>
      </dgm:t>
    </dgm:pt>
    <dgm:pt modelId="{E3F91569-EC80-4371-8E6C-1ADF19C57A9E}" type="sibTrans" cxnId="{57A108A4-354D-493A-8E08-37FE169B05A1}">
      <dgm:prSet/>
      <dgm:spPr/>
      <dgm:t>
        <a:bodyPr/>
        <a:lstStyle/>
        <a:p>
          <a:endParaRPr lang="en-US"/>
        </a:p>
      </dgm:t>
    </dgm:pt>
    <dgm:pt modelId="{00F32414-4DDF-4426-9B7E-8783F272FC38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Emergence of Hybrid </a:t>
          </a:r>
          <a:r>
            <a:rPr lang="en-US">
              <a:latin typeface="Aptos Display" panose="020F0302020204030204"/>
            </a:rPr>
            <a:t>Jobs: transforms</a:t>
          </a:r>
          <a:r>
            <a:rPr lang="en-US"/>
            <a:t> traditional </a:t>
          </a:r>
          <a:r>
            <a:rPr lang="en-US">
              <a:latin typeface="Aptos Display" panose="020F0302020204030204"/>
            </a:rPr>
            <a:t>     </a:t>
          </a:r>
          <a:r>
            <a:rPr lang="en-US"/>
            <a:t>roles into hybrid jobs </a:t>
          </a:r>
        </a:p>
      </dgm:t>
    </dgm:pt>
    <dgm:pt modelId="{3AB6CA76-E1DE-49C9-8E84-96F4092BE6A5}" type="parTrans" cxnId="{B9C26034-FBC5-4521-8D89-3E304A47BEC4}">
      <dgm:prSet/>
      <dgm:spPr/>
      <dgm:t>
        <a:bodyPr/>
        <a:lstStyle/>
        <a:p>
          <a:endParaRPr lang="en-US"/>
        </a:p>
      </dgm:t>
    </dgm:pt>
    <dgm:pt modelId="{EFACC2E6-F259-4257-9F09-80302823D377}" type="sibTrans" cxnId="{B9C26034-FBC5-4521-8D89-3E304A47BEC4}">
      <dgm:prSet/>
      <dgm:spPr/>
      <dgm:t>
        <a:bodyPr/>
        <a:lstStyle/>
        <a:p>
          <a:endParaRPr lang="en-US"/>
        </a:p>
      </dgm:t>
    </dgm:pt>
    <dgm:pt modelId="{8C046CE5-9FB5-4425-A548-700B2A9B59D1}" type="pres">
      <dgm:prSet presAssocID="{63FCC0C6-3324-4778-A063-12988581FD9B}" presName="root" presStyleCnt="0">
        <dgm:presLayoutVars>
          <dgm:dir/>
          <dgm:resizeHandles val="exact"/>
        </dgm:presLayoutVars>
      </dgm:prSet>
      <dgm:spPr/>
    </dgm:pt>
    <dgm:pt modelId="{D38D1556-F43F-4E48-B9BB-5DA9772255C6}" type="pres">
      <dgm:prSet presAssocID="{4022B6C9-A417-4BD0-9875-AA31268BFAB9}" presName="compNode" presStyleCnt="0"/>
      <dgm:spPr/>
    </dgm:pt>
    <dgm:pt modelId="{4759842E-364A-423E-B5A7-6C8C34F3C610}" type="pres">
      <dgm:prSet presAssocID="{4022B6C9-A417-4BD0-9875-AA31268BFAB9}" presName="bgRect" presStyleLbl="bgShp" presStyleIdx="0" presStyleCnt="3"/>
      <dgm:spPr/>
    </dgm:pt>
    <dgm:pt modelId="{9759B5D3-A193-4465-AF08-42554E9ED063}" type="pres">
      <dgm:prSet presAssocID="{4022B6C9-A417-4BD0-9875-AA31268BFAB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6EA1BB9D-F8D9-4C79-87F3-AB1FF5D019DC}" type="pres">
      <dgm:prSet presAssocID="{4022B6C9-A417-4BD0-9875-AA31268BFAB9}" presName="spaceRect" presStyleCnt="0"/>
      <dgm:spPr/>
    </dgm:pt>
    <dgm:pt modelId="{6F2A39B2-EEB1-46A2-9ABC-E72C367083D6}" type="pres">
      <dgm:prSet presAssocID="{4022B6C9-A417-4BD0-9875-AA31268BFAB9}" presName="parTx" presStyleLbl="revTx" presStyleIdx="0" presStyleCnt="3">
        <dgm:presLayoutVars>
          <dgm:chMax val="0"/>
          <dgm:chPref val="0"/>
        </dgm:presLayoutVars>
      </dgm:prSet>
      <dgm:spPr/>
    </dgm:pt>
    <dgm:pt modelId="{1F7DD31B-D968-4714-916D-3559E0A19ABD}" type="pres">
      <dgm:prSet presAssocID="{44EE8BCD-103A-4E85-A007-261B478CF6E5}" presName="sibTrans" presStyleCnt="0"/>
      <dgm:spPr/>
    </dgm:pt>
    <dgm:pt modelId="{42EED3E5-8E83-4DE7-8D6F-652C166DE1D0}" type="pres">
      <dgm:prSet presAssocID="{B450F306-04A5-4D62-A2EC-727DDB60A01C}" presName="compNode" presStyleCnt="0"/>
      <dgm:spPr/>
    </dgm:pt>
    <dgm:pt modelId="{97F734C6-F27C-414A-B2B6-E4CB4DCD05C7}" type="pres">
      <dgm:prSet presAssocID="{B450F306-04A5-4D62-A2EC-727DDB60A01C}" presName="bgRect" presStyleLbl="bgShp" presStyleIdx="1" presStyleCnt="3"/>
      <dgm:spPr/>
    </dgm:pt>
    <dgm:pt modelId="{B16287F4-34BD-4DDF-BF7E-9B7B720EF87F}" type="pres">
      <dgm:prSet presAssocID="{B450F306-04A5-4D62-A2EC-727DDB60A0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9709A207-5F36-4F07-92B1-7866AB81206E}" type="pres">
      <dgm:prSet presAssocID="{B450F306-04A5-4D62-A2EC-727DDB60A01C}" presName="spaceRect" presStyleCnt="0"/>
      <dgm:spPr/>
    </dgm:pt>
    <dgm:pt modelId="{5FD57AEA-BC04-4207-9298-A3D4AC7CE573}" type="pres">
      <dgm:prSet presAssocID="{B450F306-04A5-4D62-A2EC-727DDB60A01C}" presName="parTx" presStyleLbl="revTx" presStyleIdx="1" presStyleCnt="3">
        <dgm:presLayoutVars>
          <dgm:chMax val="0"/>
          <dgm:chPref val="0"/>
        </dgm:presLayoutVars>
      </dgm:prSet>
      <dgm:spPr/>
    </dgm:pt>
    <dgm:pt modelId="{02D51237-2401-4290-9CF9-DDB9FDA8DB79}" type="pres">
      <dgm:prSet presAssocID="{E3F91569-EC80-4371-8E6C-1ADF19C57A9E}" presName="sibTrans" presStyleCnt="0"/>
      <dgm:spPr/>
    </dgm:pt>
    <dgm:pt modelId="{CEF73601-C8A6-4CE0-86DF-25A23AC09FE6}" type="pres">
      <dgm:prSet presAssocID="{00F32414-4DDF-4426-9B7E-8783F272FC38}" presName="compNode" presStyleCnt="0"/>
      <dgm:spPr/>
    </dgm:pt>
    <dgm:pt modelId="{47FB3586-7F5D-46D6-AA20-6BD00A2B334C}" type="pres">
      <dgm:prSet presAssocID="{00F32414-4DDF-4426-9B7E-8783F272FC38}" presName="bgRect" presStyleLbl="bgShp" presStyleIdx="2" presStyleCnt="3"/>
      <dgm:spPr/>
    </dgm:pt>
    <dgm:pt modelId="{96262A87-DE59-4623-A6FE-FF0F1BE5C737}" type="pres">
      <dgm:prSet presAssocID="{00F32414-4DDF-4426-9B7E-8783F272FC3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DB3979B-62E4-4144-B8A3-F1A27664DB2C}" type="pres">
      <dgm:prSet presAssocID="{00F32414-4DDF-4426-9B7E-8783F272FC38}" presName="spaceRect" presStyleCnt="0"/>
      <dgm:spPr/>
    </dgm:pt>
    <dgm:pt modelId="{741B93ED-FBDA-429D-84FA-35C69EA84675}" type="pres">
      <dgm:prSet presAssocID="{00F32414-4DDF-4426-9B7E-8783F272FC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39E8A10-C883-43D8-874E-CB77A8AA17DE}" type="presOf" srcId="{B450F306-04A5-4D62-A2EC-727DDB60A01C}" destId="{5FD57AEA-BC04-4207-9298-A3D4AC7CE573}" srcOrd="0" destOrd="0" presId="urn:microsoft.com/office/officeart/2018/2/layout/IconVerticalSolidList"/>
    <dgm:cxn modelId="{B9C26034-FBC5-4521-8D89-3E304A47BEC4}" srcId="{63FCC0C6-3324-4778-A063-12988581FD9B}" destId="{00F32414-4DDF-4426-9B7E-8783F272FC38}" srcOrd="2" destOrd="0" parTransId="{3AB6CA76-E1DE-49C9-8E84-96F4092BE6A5}" sibTransId="{EFACC2E6-F259-4257-9F09-80302823D377}"/>
    <dgm:cxn modelId="{DD768C36-2A2F-4123-9134-6E6795682204}" srcId="{63FCC0C6-3324-4778-A063-12988581FD9B}" destId="{4022B6C9-A417-4BD0-9875-AA31268BFAB9}" srcOrd="0" destOrd="0" parTransId="{572B202A-5A43-4BF1-A413-D5D5CA01552E}" sibTransId="{44EE8BCD-103A-4E85-A007-261B478CF6E5}"/>
    <dgm:cxn modelId="{89EA1F62-12FF-4161-95A8-B0CF088DAF8E}" type="presOf" srcId="{63FCC0C6-3324-4778-A063-12988581FD9B}" destId="{8C046CE5-9FB5-4425-A548-700B2A9B59D1}" srcOrd="0" destOrd="0" presId="urn:microsoft.com/office/officeart/2018/2/layout/IconVerticalSolidList"/>
    <dgm:cxn modelId="{5B3E0557-E659-4380-8F4E-FEC52A7244E8}" type="presOf" srcId="{00F32414-4DDF-4426-9B7E-8783F272FC38}" destId="{741B93ED-FBDA-429D-84FA-35C69EA84675}" srcOrd="0" destOrd="0" presId="urn:microsoft.com/office/officeart/2018/2/layout/IconVerticalSolidList"/>
    <dgm:cxn modelId="{57A108A4-354D-493A-8E08-37FE169B05A1}" srcId="{63FCC0C6-3324-4778-A063-12988581FD9B}" destId="{B450F306-04A5-4D62-A2EC-727DDB60A01C}" srcOrd="1" destOrd="0" parTransId="{3C9BA708-7F56-4915-B506-C772E6D1D2A9}" sibTransId="{E3F91569-EC80-4371-8E6C-1ADF19C57A9E}"/>
    <dgm:cxn modelId="{D794ADF5-F86F-44E5-A7F1-D5397A4D0938}" type="presOf" srcId="{4022B6C9-A417-4BD0-9875-AA31268BFAB9}" destId="{6F2A39B2-EEB1-46A2-9ABC-E72C367083D6}" srcOrd="0" destOrd="0" presId="urn:microsoft.com/office/officeart/2018/2/layout/IconVerticalSolidList"/>
    <dgm:cxn modelId="{1B1FFB1E-5B11-468A-9390-C35E426C54CD}" type="presParOf" srcId="{8C046CE5-9FB5-4425-A548-700B2A9B59D1}" destId="{D38D1556-F43F-4E48-B9BB-5DA9772255C6}" srcOrd="0" destOrd="0" presId="urn:microsoft.com/office/officeart/2018/2/layout/IconVerticalSolidList"/>
    <dgm:cxn modelId="{1C01416B-39CF-4930-8098-990758374396}" type="presParOf" srcId="{D38D1556-F43F-4E48-B9BB-5DA9772255C6}" destId="{4759842E-364A-423E-B5A7-6C8C34F3C610}" srcOrd="0" destOrd="0" presId="urn:microsoft.com/office/officeart/2018/2/layout/IconVerticalSolidList"/>
    <dgm:cxn modelId="{8DAEF1BD-4565-4B40-B7DA-2AF50F4519AB}" type="presParOf" srcId="{D38D1556-F43F-4E48-B9BB-5DA9772255C6}" destId="{9759B5D3-A193-4465-AF08-42554E9ED063}" srcOrd="1" destOrd="0" presId="urn:microsoft.com/office/officeart/2018/2/layout/IconVerticalSolidList"/>
    <dgm:cxn modelId="{4EAE9841-61EE-4048-9E99-FA0C65223D74}" type="presParOf" srcId="{D38D1556-F43F-4E48-B9BB-5DA9772255C6}" destId="{6EA1BB9D-F8D9-4C79-87F3-AB1FF5D019DC}" srcOrd="2" destOrd="0" presId="urn:microsoft.com/office/officeart/2018/2/layout/IconVerticalSolidList"/>
    <dgm:cxn modelId="{725C4151-A636-45A0-B60E-29B294C749DA}" type="presParOf" srcId="{D38D1556-F43F-4E48-B9BB-5DA9772255C6}" destId="{6F2A39B2-EEB1-46A2-9ABC-E72C367083D6}" srcOrd="3" destOrd="0" presId="urn:microsoft.com/office/officeart/2018/2/layout/IconVerticalSolidList"/>
    <dgm:cxn modelId="{06A01967-832E-45A9-8CC1-A882B32517F0}" type="presParOf" srcId="{8C046CE5-9FB5-4425-A548-700B2A9B59D1}" destId="{1F7DD31B-D968-4714-916D-3559E0A19ABD}" srcOrd="1" destOrd="0" presId="urn:microsoft.com/office/officeart/2018/2/layout/IconVerticalSolidList"/>
    <dgm:cxn modelId="{E1A4D6BA-9BD4-47F1-898D-74C8D34B6C02}" type="presParOf" srcId="{8C046CE5-9FB5-4425-A548-700B2A9B59D1}" destId="{42EED3E5-8E83-4DE7-8D6F-652C166DE1D0}" srcOrd="2" destOrd="0" presId="urn:microsoft.com/office/officeart/2018/2/layout/IconVerticalSolidList"/>
    <dgm:cxn modelId="{417ED20E-20DC-49E4-A456-6EC1C7089D8C}" type="presParOf" srcId="{42EED3E5-8E83-4DE7-8D6F-652C166DE1D0}" destId="{97F734C6-F27C-414A-B2B6-E4CB4DCD05C7}" srcOrd="0" destOrd="0" presId="urn:microsoft.com/office/officeart/2018/2/layout/IconVerticalSolidList"/>
    <dgm:cxn modelId="{6FE9F540-3E28-4A43-A885-3FEB837E4BCA}" type="presParOf" srcId="{42EED3E5-8E83-4DE7-8D6F-652C166DE1D0}" destId="{B16287F4-34BD-4DDF-BF7E-9B7B720EF87F}" srcOrd="1" destOrd="0" presId="urn:microsoft.com/office/officeart/2018/2/layout/IconVerticalSolidList"/>
    <dgm:cxn modelId="{5DA2CF67-6EDB-44AB-8957-0C80A26291BF}" type="presParOf" srcId="{42EED3E5-8E83-4DE7-8D6F-652C166DE1D0}" destId="{9709A207-5F36-4F07-92B1-7866AB81206E}" srcOrd="2" destOrd="0" presId="urn:microsoft.com/office/officeart/2018/2/layout/IconVerticalSolidList"/>
    <dgm:cxn modelId="{DA971FC2-EEC9-4B00-9093-85A908E716A7}" type="presParOf" srcId="{42EED3E5-8E83-4DE7-8D6F-652C166DE1D0}" destId="{5FD57AEA-BC04-4207-9298-A3D4AC7CE573}" srcOrd="3" destOrd="0" presId="urn:microsoft.com/office/officeart/2018/2/layout/IconVerticalSolidList"/>
    <dgm:cxn modelId="{44F29820-5F4E-4D14-BF45-09C2CB81A3B8}" type="presParOf" srcId="{8C046CE5-9FB5-4425-A548-700B2A9B59D1}" destId="{02D51237-2401-4290-9CF9-DDB9FDA8DB79}" srcOrd="3" destOrd="0" presId="urn:microsoft.com/office/officeart/2018/2/layout/IconVerticalSolidList"/>
    <dgm:cxn modelId="{F85CDB79-CFE8-4A80-827B-63B2DD9A6687}" type="presParOf" srcId="{8C046CE5-9FB5-4425-A548-700B2A9B59D1}" destId="{CEF73601-C8A6-4CE0-86DF-25A23AC09FE6}" srcOrd="4" destOrd="0" presId="urn:microsoft.com/office/officeart/2018/2/layout/IconVerticalSolidList"/>
    <dgm:cxn modelId="{1E8F08BD-65ED-4819-8090-85724B9880F1}" type="presParOf" srcId="{CEF73601-C8A6-4CE0-86DF-25A23AC09FE6}" destId="{47FB3586-7F5D-46D6-AA20-6BD00A2B334C}" srcOrd="0" destOrd="0" presId="urn:microsoft.com/office/officeart/2018/2/layout/IconVerticalSolidList"/>
    <dgm:cxn modelId="{CDA7DA9D-52C0-489A-891E-75761B05518D}" type="presParOf" srcId="{CEF73601-C8A6-4CE0-86DF-25A23AC09FE6}" destId="{96262A87-DE59-4623-A6FE-FF0F1BE5C737}" srcOrd="1" destOrd="0" presId="urn:microsoft.com/office/officeart/2018/2/layout/IconVerticalSolidList"/>
    <dgm:cxn modelId="{0F2A37A0-1ED8-4603-942C-CF3EDFCC6EA9}" type="presParOf" srcId="{CEF73601-C8A6-4CE0-86DF-25A23AC09FE6}" destId="{EDB3979B-62E4-4144-B8A3-F1A27664DB2C}" srcOrd="2" destOrd="0" presId="urn:microsoft.com/office/officeart/2018/2/layout/IconVerticalSolidList"/>
    <dgm:cxn modelId="{9F00FFEE-74E9-4C9A-8518-2583DB8BFE5E}" type="presParOf" srcId="{CEF73601-C8A6-4CE0-86DF-25A23AC09FE6}" destId="{741B93ED-FBDA-429D-84FA-35C69EA8467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D054789-811F-4C2A-87F3-951F7180ED08}" type="doc">
      <dgm:prSet loTypeId="urn:microsoft.com/office/officeart/2018/2/layout/IconVerticalSolidList" loCatId="icon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5891B99-1F5B-4068-9D7C-BCF4560D9E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00B050"/>
              </a:solidFill>
            </a:rPr>
            <a:t>Job Creation Potential: has the potential to create more jobs than it displaces </a:t>
          </a:r>
        </a:p>
      </dgm:t>
    </dgm:pt>
    <dgm:pt modelId="{F0A8F795-E2D0-4E0A-8100-E6506F64CEBC}" type="parTrans" cxnId="{C5497390-4F7A-4BD3-B743-178FE120135B}">
      <dgm:prSet/>
      <dgm:spPr/>
      <dgm:t>
        <a:bodyPr/>
        <a:lstStyle/>
        <a:p>
          <a:endParaRPr lang="en-US"/>
        </a:p>
      </dgm:t>
    </dgm:pt>
    <dgm:pt modelId="{CC1F61A2-CC93-4F4A-82FC-A6FAB16B4BEB}" type="sibTrans" cxnId="{C5497390-4F7A-4BD3-B743-178FE120135B}">
      <dgm:prSet/>
      <dgm:spPr/>
      <dgm:t>
        <a:bodyPr/>
        <a:lstStyle/>
        <a:p>
          <a:endParaRPr lang="en-US"/>
        </a:p>
      </dgm:t>
    </dgm:pt>
    <dgm:pt modelId="{D9A86E1F-BEDF-4550-99B3-E4507D9772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0070C0"/>
              </a:solidFill>
            </a:rPr>
            <a:t>Social Implications: </a:t>
          </a:r>
          <a:r>
            <a:rPr lang="en-US">
              <a:solidFill>
                <a:srgbClr val="0070C0"/>
              </a:solidFill>
              <a:latin typeface="Aptos Display" panose="020F0302020204030204"/>
            </a:rPr>
            <a:t>prevents</a:t>
          </a:r>
          <a:r>
            <a:rPr lang="en-US">
              <a:solidFill>
                <a:srgbClr val="0070C0"/>
              </a:solidFill>
            </a:rPr>
            <a:t> automation from worsening unemployment and inequality</a:t>
          </a:r>
        </a:p>
      </dgm:t>
    </dgm:pt>
    <dgm:pt modelId="{AF3CF65A-44A8-4C25-85DA-E43D1AC51D3B}" type="parTrans" cxnId="{8DD23A54-CA6F-4727-ABDE-267BC69F64D5}">
      <dgm:prSet/>
      <dgm:spPr/>
      <dgm:t>
        <a:bodyPr/>
        <a:lstStyle/>
        <a:p>
          <a:endParaRPr lang="en-US"/>
        </a:p>
      </dgm:t>
    </dgm:pt>
    <dgm:pt modelId="{DD9C8B44-0EAD-443C-831C-6841FADDFD20}" type="sibTrans" cxnId="{8DD23A54-CA6F-4727-ABDE-267BC69F64D5}">
      <dgm:prSet/>
      <dgm:spPr/>
      <dgm:t>
        <a:bodyPr/>
        <a:lstStyle/>
        <a:p>
          <a:endParaRPr lang="en-US"/>
        </a:p>
      </dgm:t>
    </dgm:pt>
    <dgm:pt modelId="{5B5CFA92-33A6-4FE7-BC23-EBFF7A1150F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rgbClr val="FF0000"/>
              </a:solidFill>
            </a:rPr>
            <a:t>Education and Reskilling: </a:t>
          </a:r>
          <a:r>
            <a:rPr lang="en-US">
              <a:solidFill>
                <a:srgbClr val="FF0000"/>
              </a:solidFill>
              <a:latin typeface="Aptos Display" panose="020F0302020204030204"/>
            </a:rPr>
            <a:t>invests</a:t>
          </a:r>
          <a:r>
            <a:rPr lang="en-US">
              <a:solidFill>
                <a:srgbClr val="FF0000"/>
              </a:solidFill>
            </a:rPr>
            <a:t> to train displaced workers </a:t>
          </a:r>
        </a:p>
      </dgm:t>
    </dgm:pt>
    <dgm:pt modelId="{A2DA4F48-BA43-4ACF-8783-07A44A403AC8}" type="parTrans" cxnId="{2BDDCF39-384A-4BB7-91BC-13D406C78419}">
      <dgm:prSet/>
      <dgm:spPr/>
      <dgm:t>
        <a:bodyPr/>
        <a:lstStyle/>
        <a:p>
          <a:endParaRPr lang="en-US"/>
        </a:p>
      </dgm:t>
    </dgm:pt>
    <dgm:pt modelId="{96FD959E-237A-4F28-9AF6-DC034127114C}" type="sibTrans" cxnId="{2BDDCF39-384A-4BB7-91BC-13D406C78419}">
      <dgm:prSet/>
      <dgm:spPr/>
      <dgm:t>
        <a:bodyPr/>
        <a:lstStyle/>
        <a:p>
          <a:endParaRPr lang="en-US"/>
        </a:p>
      </dgm:t>
    </dgm:pt>
    <dgm:pt modelId="{D20FF01B-422C-46EB-8D9C-5FDD133D6C12}" type="pres">
      <dgm:prSet presAssocID="{3D054789-811F-4C2A-87F3-951F7180ED08}" presName="root" presStyleCnt="0">
        <dgm:presLayoutVars>
          <dgm:dir/>
          <dgm:resizeHandles val="exact"/>
        </dgm:presLayoutVars>
      </dgm:prSet>
      <dgm:spPr/>
    </dgm:pt>
    <dgm:pt modelId="{2D318D88-2F15-41EC-B03A-361020C1644A}" type="pres">
      <dgm:prSet presAssocID="{95891B99-1F5B-4068-9D7C-BCF4560D9E19}" presName="compNode" presStyleCnt="0"/>
      <dgm:spPr/>
    </dgm:pt>
    <dgm:pt modelId="{04A8D702-213B-4640-BB78-52FB2CA19EEE}" type="pres">
      <dgm:prSet presAssocID="{95891B99-1F5B-4068-9D7C-BCF4560D9E19}" presName="bgRect" presStyleLbl="bgShp" presStyleIdx="0" presStyleCnt="3"/>
      <dgm:spPr/>
    </dgm:pt>
    <dgm:pt modelId="{E68BE7E7-E5E3-4BAF-96D3-AD9A66745EA2}" type="pres">
      <dgm:prSet presAssocID="{95891B99-1F5B-4068-9D7C-BCF4560D9E1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A7244C61-CCEA-4344-B5B4-C3F24AC3A20C}" type="pres">
      <dgm:prSet presAssocID="{95891B99-1F5B-4068-9D7C-BCF4560D9E19}" presName="spaceRect" presStyleCnt="0"/>
      <dgm:spPr/>
    </dgm:pt>
    <dgm:pt modelId="{79D1BC16-DC6C-45A3-BE21-1EAA61289D28}" type="pres">
      <dgm:prSet presAssocID="{95891B99-1F5B-4068-9D7C-BCF4560D9E19}" presName="parTx" presStyleLbl="revTx" presStyleIdx="0" presStyleCnt="3">
        <dgm:presLayoutVars>
          <dgm:chMax val="0"/>
          <dgm:chPref val="0"/>
        </dgm:presLayoutVars>
      </dgm:prSet>
      <dgm:spPr/>
    </dgm:pt>
    <dgm:pt modelId="{90E2EC39-AE20-4127-966F-4E8CE5C3765A}" type="pres">
      <dgm:prSet presAssocID="{CC1F61A2-CC93-4F4A-82FC-A6FAB16B4BEB}" presName="sibTrans" presStyleCnt="0"/>
      <dgm:spPr/>
    </dgm:pt>
    <dgm:pt modelId="{915414CD-0D52-40BA-B94F-D8B4173B23DD}" type="pres">
      <dgm:prSet presAssocID="{5B5CFA92-33A6-4FE7-BC23-EBFF7A1150F0}" presName="compNode" presStyleCnt="0"/>
      <dgm:spPr/>
    </dgm:pt>
    <dgm:pt modelId="{C8B8196F-6976-4FB3-80EE-0E16D739FD26}" type="pres">
      <dgm:prSet presAssocID="{5B5CFA92-33A6-4FE7-BC23-EBFF7A1150F0}" presName="bgRect" presStyleLbl="bgShp" presStyleIdx="1" presStyleCnt="3"/>
      <dgm:spPr/>
    </dgm:pt>
    <dgm:pt modelId="{04FA8F38-69F1-4FB1-AD02-3C4EB9729B56}" type="pres">
      <dgm:prSet presAssocID="{5B5CFA92-33A6-4FE7-BC23-EBFF7A1150F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BF51883D-46F2-453F-BDE7-CBE32E6B91A6}" type="pres">
      <dgm:prSet presAssocID="{5B5CFA92-33A6-4FE7-BC23-EBFF7A1150F0}" presName="spaceRect" presStyleCnt="0"/>
      <dgm:spPr/>
    </dgm:pt>
    <dgm:pt modelId="{B5565820-E335-416B-BF7C-D1E718FDA800}" type="pres">
      <dgm:prSet presAssocID="{5B5CFA92-33A6-4FE7-BC23-EBFF7A1150F0}" presName="parTx" presStyleLbl="revTx" presStyleIdx="1" presStyleCnt="3">
        <dgm:presLayoutVars>
          <dgm:chMax val="0"/>
          <dgm:chPref val="0"/>
        </dgm:presLayoutVars>
      </dgm:prSet>
      <dgm:spPr/>
    </dgm:pt>
    <dgm:pt modelId="{E0CFD740-F167-4A3C-9658-659B752BFB6F}" type="pres">
      <dgm:prSet presAssocID="{96FD959E-237A-4F28-9AF6-DC034127114C}" presName="sibTrans" presStyleCnt="0"/>
      <dgm:spPr/>
    </dgm:pt>
    <dgm:pt modelId="{7710D9C5-4DA6-45C1-9FD6-8B97F283E7EB}" type="pres">
      <dgm:prSet presAssocID="{D9A86E1F-BEDF-4550-99B3-E4507D9772A2}" presName="compNode" presStyleCnt="0"/>
      <dgm:spPr/>
    </dgm:pt>
    <dgm:pt modelId="{C339625D-BD23-46B1-A46D-06FA5DDF0EA2}" type="pres">
      <dgm:prSet presAssocID="{D9A86E1F-BEDF-4550-99B3-E4507D9772A2}" presName="bgRect" presStyleLbl="bgShp" presStyleIdx="2" presStyleCnt="3"/>
      <dgm:spPr/>
    </dgm:pt>
    <dgm:pt modelId="{BF535C58-6BF0-4AF6-BDCA-D5D0BD254C9B}" type="pres">
      <dgm:prSet presAssocID="{D9A86E1F-BEDF-4550-99B3-E4507D9772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0097556-C8E9-47CE-8268-6B3B0C54BBE7}" type="pres">
      <dgm:prSet presAssocID="{D9A86E1F-BEDF-4550-99B3-E4507D9772A2}" presName="spaceRect" presStyleCnt="0"/>
      <dgm:spPr/>
    </dgm:pt>
    <dgm:pt modelId="{24A675F3-A9BC-41E7-9CD7-B292EC47D10E}" type="pres">
      <dgm:prSet presAssocID="{D9A86E1F-BEDF-4550-99B3-E4507D9772A2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8225B04-46D9-407A-BE99-5F9EFDC9C483}" type="presOf" srcId="{D9A86E1F-BEDF-4550-99B3-E4507D9772A2}" destId="{24A675F3-A9BC-41E7-9CD7-B292EC47D10E}" srcOrd="0" destOrd="0" presId="urn:microsoft.com/office/officeart/2018/2/layout/IconVerticalSolidList"/>
    <dgm:cxn modelId="{2BDDCF39-384A-4BB7-91BC-13D406C78419}" srcId="{3D054789-811F-4C2A-87F3-951F7180ED08}" destId="{5B5CFA92-33A6-4FE7-BC23-EBFF7A1150F0}" srcOrd="1" destOrd="0" parTransId="{A2DA4F48-BA43-4ACF-8783-07A44A403AC8}" sibTransId="{96FD959E-237A-4F28-9AF6-DC034127114C}"/>
    <dgm:cxn modelId="{8DD23A54-CA6F-4727-ABDE-267BC69F64D5}" srcId="{3D054789-811F-4C2A-87F3-951F7180ED08}" destId="{D9A86E1F-BEDF-4550-99B3-E4507D9772A2}" srcOrd="2" destOrd="0" parTransId="{AF3CF65A-44A8-4C25-85DA-E43D1AC51D3B}" sibTransId="{DD9C8B44-0EAD-443C-831C-6841FADDFD20}"/>
    <dgm:cxn modelId="{DF120276-9EEA-4168-BFB2-F22883EEE9F9}" type="presOf" srcId="{5B5CFA92-33A6-4FE7-BC23-EBFF7A1150F0}" destId="{B5565820-E335-416B-BF7C-D1E718FDA800}" srcOrd="0" destOrd="0" presId="urn:microsoft.com/office/officeart/2018/2/layout/IconVerticalSolidList"/>
    <dgm:cxn modelId="{664C1F83-81E2-4B00-A6EF-AED41AA6EAB0}" type="presOf" srcId="{95891B99-1F5B-4068-9D7C-BCF4560D9E19}" destId="{79D1BC16-DC6C-45A3-BE21-1EAA61289D28}" srcOrd="0" destOrd="0" presId="urn:microsoft.com/office/officeart/2018/2/layout/IconVerticalSolidList"/>
    <dgm:cxn modelId="{C5497390-4F7A-4BD3-B743-178FE120135B}" srcId="{3D054789-811F-4C2A-87F3-951F7180ED08}" destId="{95891B99-1F5B-4068-9D7C-BCF4560D9E19}" srcOrd="0" destOrd="0" parTransId="{F0A8F795-E2D0-4E0A-8100-E6506F64CEBC}" sibTransId="{CC1F61A2-CC93-4F4A-82FC-A6FAB16B4BEB}"/>
    <dgm:cxn modelId="{C686C5B2-B7C0-4189-91FE-7625762FD667}" type="presOf" srcId="{3D054789-811F-4C2A-87F3-951F7180ED08}" destId="{D20FF01B-422C-46EB-8D9C-5FDD133D6C12}" srcOrd="0" destOrd="0" presId="urn:microsoft.com/office/officeart/2018/2/layout/IconVerticalSolidList"/>
    <dgm:cxn modelId="{9CBB39BD-206F-4614-B2E6-5E138F7E76F7}" type="presParOf" srcId="{D20FF01B-422C-46EB-8D9C-5FDD133D6C12}" destId="{2D318D88-2F15-41EC-B03A-361020C1644A}" srcOrd="0" destOrd="0" presId="urn:microsoft.com/office/officeart/2018/2/layout/IconVerticalSolidList"/>
    <dgm:cxn modelId="{8F59725B-CF7A-4092-9ACF-1B77B14040CF}" type="presParOf" srcId="{2D318D88-2F15-41EC-B03A-361020C1644A}" destId="{04A8D702-213B-4640-BB78-52FB2CA19EEE}" srcOrd="0" destOrd="0" presId="urn:microsoft.com/office/officeart/2018/2/layout/IconVerticalSolidList"/>
    <dgm:cxn modelId="{2736F9B1-56A7-433F-AFBC-96A4A9DEB805}" type="presParOf" srcId="{2D318D88-2F15-41EC-B03A-361020C1644A}" destId="{E68BE7E7-E5E3-4BAF-96D3-AD9A66745EA2}" srcOrd="1" destOrd="0" presId="urn:microsoft.com/office/officeart/2018/2/layout/IconVerticalSolidList"/>
    <dgm:cxn modelId="{66C94C08-1A65-405F-81BF-ACCD8834B917}" type="presParOf" srcId="{2D318D88-2F15-41EC-B03A-361020C1644A}" destId="{A7244C61-CCEA-4344-B5B4-C3F24AC3A20C}" srcOrd="2" destOrd="0" presId="urn:microsoft.com/office/officeart/2018/2/layout/IconVerticalSolidList"/>
    <dgm:cxn modelId="{8E1925AC-4739-4351-87A8-97B772FC97B4}" type="presParOf" srcId="{2D318D88-2F15-41EC-B03A-361020C1644A}" destId="{79D1BC16-DC6C-45A3-BE21-1EAA61289D28}" srcOrd="3" destOrd="0" presId="urn:microsoft.com/office/officeart/2018/2/layout/IconVerticalSolidList"/>
    <dgm:cxn modelId="{12A6FB36-77D4-476C-B233-C92A51CECC82}" type="presParOf" srcId="{D20FF01B-422C-46EB-8D9C-5FDD133D6C12}" destId="{90E2EC39-AE20-4127-966F-4E8CE5C3765A}" srcOrd="1" destOrd="0" presId="urn:microsoft.com/office/officeart/2018/2/layout/IconVerticalSolidList"/>
    <dgm:cxn modelId="{37C9C8F0-24B3-4ED4-A130-2FB1AC2FC348}" type="presParOf" srcId="{D20FF01B-422C-46EB-8D9C-5FDD133D6C12}" destId="{915414CD-0D52-40BA-B94F-D8B4173B23DD}" srcOrd="2" destOrd="0" presId="urn:microsoft.com/office/officeart/2018/2/layout/IconVerticalSolidList"/>
    <dgm:cxn modelId="{22AF9974-4747-4BB5-9C2A-E344CDB24C32}" type="presParOf" srcId="{915414CD-0D52-40BA-B94F-D8B4173B23DD}" destId="{C8B8196F-6976-4FB3-80EE-0E16D739FD26}" srcOrd="0" destOrd="0" presId="urn:microsoft.com/office/officeart/2018/2/layout/IconVerticalSolidList"/>
    <dgm:cxn modelId="{0809889A-F2B8-4638-9213-3C888568C9D4}" type="presParOf" srcId="{915414CD-0D52-40BA-B94F-D8B4173B23DD}" destId="{04FA8F38-69F1-4FB1-AD02-3C4EB9729B56}" srcOrd="1" destOrd="0" presId="urn:microsoft.com/office/officeart/2018/2/layout/IconVerticalSolidList"/>
    <dgm:cxn modelId="{E6F407D9-B9B2-4DF5-BB0B-B9FFF4498C6C}" type="presParOf" srcId="{915414CD-0D52-40BA-B94F-D8B4173B23DD}" destId="{BF51883D-46F2-453F-BDE7-CBE32E6B91A6}" srcOrd="2" destOrd="0" presId="urn:microsoft.com/office/officeart/2018/2/layout/IconVerticalSolidList"/>
    <dgm:cxn modelId="{7D8870E3-EA87-4F04-9623-23F686CE0A42}" type="presParOf" srcId="{915414CD-0D52-40BA-B94F-D8B4173B23DD}" destId="{B5565820-E335-416B-BF7C-D1E718FDA800}" srcOrd="3" destOrd="0" presId="urn:microsoft.com/office/officeart/2018/2/layout/IconVerticalSolidList"/>
    <dgm:cxn modelId="{4F11BBE0-A5A0-4D5F-93A8-47DDD1603822}" type="presParOf" srcId="{D20FF01B-422C-46EB-8D9C-5FDD133D6C12}" destId="{E0CFD740-F167-4A3C-9658-659B752BFB6F}" srcOrd="3" destOrd="0" presId="urn:microsoft.com/office/officeart/2018/2/layout/IconVerticalSolidList"/>
    <dgm:cxn modelId="{A8076858-4131-49B7-B5C7-3C1E428CBBF6}" type="presParOf" srcId="{D20FF01B-422C-46EB-8D9C-5FDD133D6C12}" destId="{7710D9C5-4DA6-45C1-9FD6-8B97F283E7EB}" srcOrd="4" destOrd="0" presId="urn:microsoft.com/office/officeart/2018/2/layout/IconVerticalSolidList"/>
    <dgm:cxn modelId="{2A539CE0-9B2F-41A1-88AC-FCC693A023D3}" type="presParOf" srcId="{7710D9C5-4DA6-45C1-9FD6-8B97F283E7EB}" destId="{C339625D-BD23-46B1-A46D-06FA5DDF0EA2}" srcOrd="0" destOrd="0" presId="urn:microsoft.com/office/officeart/2018/2/layout/IconVerticalSolidList"/>
    <dgm:cxn modelId="{A952F7A6-DDDF-4A2D-BE72-55EB13B6A729}" type="presParOf" srcId="{7710D9C5-4DA6-45C1-9FD6-8B97F283E7EB}" destId="{BF535C58-6BF0-4AF6-BDCA-D5D0BD254C9B}" srcOrd="1" destOrd="0" presId="urn:microsoft.com/office/officeart/2018/2/layout/IconVerticalSolidList"/>
    <dgm:cxn modelId="{38B81A66-8FBD-4232-BA91-9AF52DF3C016}" type="presParOf" srcId="{7710D9C5-4DA6-45C1-9FD6-8B97F283E7EB}" destId="{90097556-C8E9-47CE-8268-6B3B0C54BBE7}" srcOrd="2" destOrd="0" presId="urn:microsoft.com/office/officeart/2018/2/layout/IconVerticalSolidList"/>
    <dgm:cxn modelId="{07F0B52B-B52D-46E3-9750-A5E4AE4EBDD1}" type="presParOf" srcId="{7710D9C5-4DA6-45C1-9FD6-8B97F283E7EB}" destId="{24A675F3-A9BC-41E7-9CD7-B292EC47D10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12496-A423-483E-B066-49490C1E2CC0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is defined as the use of technology to operate </a:t>
          </a:r>
          <a:r>
            <a:rPr lang="en-US" sz="1600" kern="1200">
              <a:latin typeface="Aptos Display" panose="020F0302020204030204"/>
            </a:rPr>
            <a:t>without human</a:t>
          </a:r>
          <a:r>
            <a:rPr lang="en-US" sz="1600" kern="1200"/>
            <a:t> </a:t>
          </a:r>
          <a:r>
            <a:rPr lang="en-US" sz="1600" kern="1200">
              <a:latin typeface="Aptos Display" panose="020F0302020204030204"/>
            </a:rPr>
            <a:t>intervention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0F0302020204030204"/>
            </a:rPr>
            <a:t>is</a:t>
          </a:r>
          <a:r>
            <a:rPr lang="en-US" sz="1600" kern="1200"/>
            <a:t> becoming increasingly critical as countries recover from </a:t>
          </a:r>
          <a:r>
            <a:rPr lang="en-US" sz="1600" kern="1200">
              <a:latin typeface="Aptos Display" panose="020F0302020204030204"/>
            </a:rPr>
            <a:t>the economic</a:t>
          </a:r>
          <a:r>
            <a:rPr lang="en-US" sz="1600" kern="1200"/>
            <a:t> effects of COVID-19 into everyday business operations </a:t>
          </a:r>
        </a:p>
      </dsp:txBody>
      <dsp:txXfrm rot="-5400000">
        <a:off x="3785616" y="197117"/>
        <a:ext cx="6675221" cy="1012303"/>
      </dsp:txXfrm>
    </dsp:sp>
    <dsp:sp modelId="{D33B276B-DB6C-4B64-8BC0-5AD9EEA85A8F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Definition of Automation</a:t>
          </a:r>
        </a:p>
      </dsp:txBody>
      <dsp:txXfrm>
        <a:off x="68454" y="70578"/>
        <a:ext cx="3648708" cy="1265378"/>
      </dsp:txXfrm>
    </dsp:sp>
    <dsp:sp modelId="{B01A2A32-1DD2-48E9-AFD4-E2837760D8CA}">
      <dsp:nvSpPr>
        <dsp:cNvPr id="0" name=""/>
        <dsp:cNvSpPr/>
      </dsp:nvSpPr>
      <dsp:spPr>
        <a:xfrm rot="5400000">
          <a:off x="6589693" y="-1189323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0F0302020204030204"/>
            </a:rPr>
            <a:t>By</a:t>
          </a:r>
          <a:r>
            <a:rPr lang="en-US" sz="1600" kern="1200"/>
            <a:t> 2030, up to 800 million global workers could be displaced </a:t>
          </a:r>
          <a:r>
            <a:rPr lang="en-US" sz="1600" kern="1200">
              <a:latin typeface="Aptos Display" panose="020F0302020204030204"/>
            </a:rPr>
            <a:t>by automation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raises concerns about job loss and the widening skills gap</a:t>
          </a:r>
        </a:p>
      </dsp:txBody>
      <dsp:txXfrm rot="-5400000">
        <a:off x="3785616" y="1669517"/>
        <a:ext cx="6675221" cy="1012303"/>
      </dsp:txXfrm>
    </dsp:sp>
    <dsp:sp modelId="{D704217F-0025-42B8-8CB9-6CF6E1DD880E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Impact on </a:t>
          </a:r>
          <a:r>
            <a:rPr lang="en-US" sz="3900" kern="1200">
              <a:latin typeface="Aptos Display" panose="020F0302020204030204"/>
            </a:rPr>
            <a:t>Employment </a:t>
          </a:r>
        </a:p>
      </dsp:txBody>
      <dsp:txXfrm>
        <a:off x="68454" y="1542979"/>
        <a:ext cx="3648708" cy="1265378"/>
      </dsp:txXfrm>
    </dsp:sp>
    <dsp:sp modelId="{B5A80A2E-0F02-45F6-8063-CC811D7023B7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>
              <a:latin typeface="Aptos Display" panose="020F0302020204030204"/>
            </a:rPr>
            <a:t>Technological</a:t>
          </a:r>
          <a:r>
            <a:rPr lang="en-US" sz="1600" kern="1200"/>
            <a:t> advancements reshape the job market </a:t>
          </a:r>
          <a:r>
            <a:rPr lang="en-US" sz="1600" kern="1200">
              <a:latin typeface="Aptos Display" panose="020F0302020204030204"/>
            </a:rPr>
            <a:t>by displacing</a:t>
          </a:r>
          <a:r>
            <a:rPr lang="en-US" sz="1600" kern="1200"/>
            <a:t> </a:t>
          </a:r>
          <a:r>
            <a:rPr lang="en-US" sz="1600" kern="1200">
              <a:latin typeface="Aptos Display" panose="020F0302020204030204"/>
            </a:rPr>
            <a:t>         </a:t>
          </a:r>
          <a:r>
            <a:rPr lang="en-US" sz="1600" kern="1200"/>
            <a:t>certain jobs</a:t>
          </a:r>
          <a:endParaRPr lang="en-US" sz="1600" kern="1200">
            <a:latin typeface="Aptos Display" panose="020F0302020204030204"/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However, they also create new opportunities through </a:t>
          </a:r>
          <a:r>
            <a:rPr lang="en-US" sz="1600" kern="1200">
              <a:latin typeface="Aptos Display" panose="020F0302020204030204"/>
            </a:rPr>
            <a:t>                         </a:t>
          </a:r>
          <a:r>
            <a:rPr lang="en-US" sz="1600" kern="1200"/>
            <a:t>innovation </a:t>
          </a:r>
          <a:r>
            <a:rPr lang="en-US" sz="1600" kern="1200">
              <a:latin typeface="Aptos Display" panose="020F0302020204030204"/>
            </a:rPr>
            <a:t>and economic</a:t>
          </a:r>
          <a:r>
            <a:rPr lang="en-US" sz="1600" kern="1200"/>
            <a:t> growth</a:t>
          </a:r>
          <a:endParaRPr lang="en-US" sz="1600" kern="1200">
            <a:latin typeface="Aptos Display" panose="020F0302020204030204"/>
          </a:endParaRPr>
        </a:p>
      </dsp:txBody>
      <dsp:txXfrm rot="-5400000">
        <a:off x="3785616" y="3141918"/>
        <a:ext cx="6675221" cy="1012303"/>
      </dsp:txXfrm>
    </dsp:sp>
    <dsp:sp modelId="{62AF4A2F-A339-495A-A8AB-2AFFA651B71D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>
              <a:latin typeface="Aptos Display" panose="020F0302020204030204"/>
            </a:rPr>
            <a:t>Opportunity</a:t>
          </a:r>
          <a:r>
            <a:rPr lang="en-US" sz="3900" kern="1200"/>
            <a:t> and </a:t>
          </a:r>
          <a:r>
            <a:rPr lang="en-US" sz="3900" kern="1200">
              <a:latin typeface="Aptos Display" panose="020F0302020204030204"/>
            </a:rPr>
            <a:t>Challenge</a:t>
          </a:r>
        </a:p>
      </dsp:txBody>
      <dsp:txXfrm>
        <a:off x="68454" y="3015380"/>
        <a:ext cx="3648708" cy="12653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515CC0-03AF-4ED3-87B2-CB135955F78C}">
      <dsp:nvSpPr>
        <dsp:cNvPr id="0" name=""/>
        <dsp:cNvSpPr/>
      </dsp:nvSpPr>
      <dsp:spPr>
        <a:xfrm>
          <a:off x="0" y="1008797"/>
          <a:ext cx="9088941" cy="1376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403" tIns="395732" rIns="705403" bIns="135128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Industrial Revolution </a:t>
          </a:r>
          <a:r>
            <a:rPr lang="en-US" sz="1900" kern="1200">
              <a:latin typeface="Aptos Display" panose="020F0302020204030204"/>
            </a:rPr>
            <a:t>marked</a:t>
          </a:r>
          <a:r>
            <a:rPr lang="en-US" sz="1900" kern="1200"/>
            <a:t> a turning point in labor markets.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In the early 20th century, the mechanization of agriculture</a:t>
          </a:r>
          <a:r>
            <a:rPr lang="en-US" sz="1900" kern="1200">
              <a:solidFill>
                <a:srgbClr val="000000"/>
              </a:solidFill>
              <a:latin typeface="Calibri"/>
              <a:ea typeface="Calibri"/>
              <a:cs typeface="Calibri"/>
            </a:rPr>
            <a:t> </a:t>
          </a:r>
          <a:r>
            <a:rPr lang="en-US" sz="1900" kern="1200"/>
            <a:t>showcased how automation could transform industries.</a:t>
          </a:r>
          <a:endParaRPr lang="en-US" sz="1900" kern="1200">
            <a:latin typeface="Aptos Display" panose="020F0302020204030204"/>
          </a:endParaRPr>
        </a:p>
      </dsp:txBody>
      <dsp:txXfrm>
        <a:off x="0" y="1008797"/>
        <a:ext cx="9088941" cy="1376550"/>
      </dsp:txXfrm>
    </dsp:sp>
    <dsp:sp modelId="{41F7FE57-0B83-44E0-B91F-52702E050966}">
      <dsp:nvSpPr>
        <dsp:cNvPr id="0" name=""/>
        <dsp:cNvSpPr/>
      </dsp:nvSpPr>
      <dsp:spPr>
        <a:xfrm>
          <a:off x="454447" y="728357"/>
          <a:ext cx="6362258" cy="5608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478" tIns="0" rIns="240478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Historical Context of Automation</a:t>
          </a:r>
        </a:p>
      </dsp:txBody>
      <dsp:txXfrm>
        <a:off x="481827" y="755737"/>
        <a:ext cx="6307498" cy="506120"/>
      </dsp:txXfrm>
    </dsp:sp>
    <dsp:sp modelId="{A55C0B18-1F1E-43E4-88C4-104F1EECFEFA}">
      <dsp:nvSpPr>
        <dsp:cNvPr id="0" name=""/>
        <dsp:cNvSpPr/>
      </dsp:nvSpPr>
      <dsp:spPr>
        <a:xfrm>
          <a:off x="0" y="2768387"/>
          <a:ext cx="9088941" cy="2214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05403" tIns="395732" rIns="705403" bIns="135128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 Display" panose="020F0302020204030204"/>
            </a:rPr>
            <a:t>After</a:t>
          </a:r>
          <a:r>
            <a:rPr lang="en-US" sz="1900" kern="1200"/>
            <a:t> </a:t>
          </a:r>
          <a:r>
            <a:rPr lang="en-US" sz="1900" kern="1200">
              <a:latin typeface="Aptos Display" panose="020F0302020204030204"/>
            </a:rPr>
            <a:t>WWII</a:t>
          </a:r>
          <a:r>
            <a:rPr lang="en-US" sz="1900" kern="1200"/>
            <a:t>, 42</a:t>
          </a:r>
          <a:r>
            <a:rPr lang="en-US" sz="1900" kern="1200">
              <a:latin typeface="Aptos Display" panose="020F0302020204030204"/>
            </a:rPr>
            <a:t>%</a:t>
          </a:r>
          <a:r>
            <a:rPr lang="en-US" sz="1900" kern="1200"/>
            <a:t> of jobs in the UK were rendered redundant due to economic shifts.</a:t>
          </a:r>
          <a:endParaRPr lang="en-US" sz="1900" kern="1200">
            <a:latin typeface="Aptos Display" panose="020F0302020204030204"/>
          </a:endParaRP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 Display" panose="020F0302020204030204"/>
            </a:rPr>
            <a:t>The</a:t>
          </a:r>
          <a:r>
            <a:rPr lang="en-US" sz="1900" kern="1200"/>
            <a:t> global financial crisis of 2008 and COVID-19 highlight the importance of robust social and legal policies for economic </a:t>
          </a:r>
          <a:r>
            <a:rPr lang="en-US" sz="1900" kern="1200">
              <a:latin typeface="Aptos Display" panose="020F0302020204030204"/>
            </a:rPr>
            <a:t>stability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rgbClr val="FF0000"/>
              </a:solidFill>
              <a:latin typeface="Aptos Display" panose="020F0302020204030204"/>
            </a:rPr>
            <a:t>Proactive</a:t>
          </a:r>
          <a:r>
            <a:rPr lang="en-US" sz="1900" kern="1200">
              <a:solidFill>
                <a:srgbClr val="FF0000"/>
              </a:solidFill>
            </a:rPr>
            <a:t> government intervention can </a:t>
          </a:r>
          <a:r>
            <a:rPr lang="en-US" sz="1900" kern="1200">
              <a:solidFill>
                <a:srgbClr val="FF0000"/>
              </a:solidFill>
              <a:latin typeface="Aptos Display" panose="020F0302020204030204"/>
            </a:rPr>
            <a:t>play</a:t>
          </a:r>
          <a:r>
            <a:rPr lang="en-US" sz="1900" kern="1200">
              <a:solidFill>
                <a:srgbClr val="FF0000"/>
              </a:solidFill>
            </a:rPr>
            <a:t> a critical role in mitigating the adverse effects of automation</a:t>
          </a:r>
          <a:endParaRPr lang="en-US" sz="1900" kern="1200"/>
        </a:p>
      </dsp:txBody>
      <dsp:txXfrm>
        <a:off x="0" y="2768387"/>
        <a:ext cx="9088941" cy="2214450"/>
      </dsp:txXfrm>
    </dsp:sp>
    <dsp:sp modelId="{87B869E2-F59B-4C3F-AB48-42CE6219706B}">
      <dsp:nvSpPr>
        <dsp:cNvPr id="0" name=""/>
        <dsp:cNvSpPr/>
      </dsp:nvSpPr>
      <dsp:spPr>
        <a:xfrm>
          <a:off x="454447" y="2487947"/>
          <a:ext cx="6362258" cy="56088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478" tIns="0" rIns="240478" bIns="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Role of Social Policies in Mitigating Automation Effects</a:t>
          </a:r>
          <a:endParaRPr lang="en-US" sz="1900" kern="1200">
            <a:latin typeface="Aptos Display" panose="020F0302020204030204"/>
          </a:endParaRPr>
        </a:p>
      </dsp:txBody>
      <dsp:txXfrm>
        <a:off x="481827" y="2515327"/>
        <a:ext cx="6307498" cy="5061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59842E-364A-423E-B5A7-6C8C34F3C610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59B5D3-A193-4465-AF08-42554E9ED063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2A39B2-EEB1-46A2-9ABC-E72C367083D6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Innovation </a:t>
          </a:r>
          <a:r>
            <a:rPr lang="en-US" sz="2500" kern="1200">
              <a:latin typeface="Aptos Display" panose="020F0302020204030204"/>
            </a:rPr>
            <a:t>Catalyst: </a:t>
          </a:r>
          <a:r>
            <a:rPr lang="en-US" sz="2500" kern="1200"/>
            <a:t>drives innovation and enhances competitiveness by creating new job markets.</a:t>
          </a:r>
          <a:endParaRPr lang="en-US" sz="2500" kern="1200">
            <a:latin typeface="Aptos Display" panose="020F0302020204030204"/>
          </a:endParaRPr>
        </a:p>
      </dsp:txBody>
      <dsp:txXfrm>
        <a:off x="1437631" y="531"/>
        <a:ext cx="9077968" cy="1244702"/>
      </dsp:txXfrm>
    </dsp:sp>
    <dsp:sp modelId="{97F734C6-F27C-414A-B2B6-E4CB4DCD05C7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6287F4-34BD-4DDF-BF7E-9B7B720EF87F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57AEA-BC04-4207-9298-A3D4AC7CE573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Education &amp; </a:t>
          </a:r>
          <a:r>
            <a:rPr lang="en-US" sz="2500" kern="1200">
              <a:latin typeface="Aptos Display" panose="020F0302020204030204"/>
            </a:rPr>
            <a:t>Re-skilling:</a:t>
          </a:r>
          <a:r>
            <a:rPr lang="en-US" sz="2500" kern="1200"/>
            <a:t> presents opportunities for training displaced workers in high-demand fields.</a:t>
          </a:r>
        </a:p>
      </dsp:txBody>
      <dsp:txXfrm>
        <a:off x="1437631" y="1556410"/>
        <a:ext cx="9077968" cy="1244702"/>
      </dsp:txXfrm>
    </dsp:sp>
    <dsp:sp modelId="{47FB3586-7F5D-46D6-AA20-6BD00A2B334C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262A87-DE59-4623-A6FE-FF0F1BE5C737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1B93ED-FBDA-429D-84FA-35C69EA84675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Emergence of Hybrid </a:t>
          </a:r>
          <a:r>
            <a:rPr lang="en-US" sz="2500" kern="1200">
              <a:latin typeface="Aptos Display" panose="020F0302020204030204"/>
            </a:rPr>
            <a:t>Jobs: transforms</a:t>
          </a:r>
          <a:r>
            <a:rPr lang="en-US" sz="2500" kern="1200"/>
            <a:t> traditional </a:t>
          </a:r>
          <a:r>
            <a:rPr lang="en-US" sz="2500" kern="1200">
              <a:latin typeface="Aptos Display" panose="020F0302020204030204"/>
            </a:rPr>
            <a:t>     </a:t>
          </a:r>
          <a:r>
            <a:rPr lang="en-US" sz="2500" kern="1200"/>
            <a:t>roles into hybrid jobs </a:t>
          </a:r>
        </a:p>
      </dsp:txBody>
      <dsp:txXfrm>
        <a:off x="1437631" y="3112289"/>
        <a:ext cx="9077968" cy="124470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A8D702-213B-4640-BB78-52FB2CA19EEE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8BE7E7-E5E3-4BAF-96D3-AD9A66745EA2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D1BC16-DC6C-45A3-BE21-1EAA61289D28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00B050"/>
              </a:solidFill>
            </a:rPr>
            <a:t>Job Creation Potential: has the potential to create more jobs than it displaces </a:t>
          </a:r>
        </a:p>
      </dsp:txBody>
      <dsp:txXfrm>
        <a:off x="1435590" y="531"/>
        <a:ext cx="9080009" cy="1242935"/>
      </dsp:txXfrm>
    </dsp:sp>
    <dsp:sp modelId="{C8B8196F-6976-4FB3-80EE-0E16D739FD26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FA8F38-69F1-4FB1-AD02-3C4EB9729B56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5565820-E335-416B-BF7C-D1E718FDA800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FF0000"/>
              </a:solidFill>
            </a:rPr>
            <a:t>Education and Reskilling: </a:t>
          </a:r>
          <a:r>
            <a:rPr lang="en-US" sz="2500" kern="1200">
              <a:solidFill>
                <a:srgbClr val="FF0000"/>
              </a:solidFill>
              <a:latin typeface="Aptos Display" panose="020F0302020204030204"/>
            </a:rPr>
            <a:t>invests</a:t>
          </a:r>
          <a:r>
            <a:rPr lang="en-US" sz="2500" kern="1200">
              <a:solidFill>
                <a:srgbClr val="FF0000"/>
              </a:solidFill>
            </a:rPr>
            <a:t> to train displaced workers </a:t>
          </a:r>
        </a:p>
      </dsp:txBody>
      <dsp:txXfrm>
        <a:off x="1435590" y="1554201"/>
        <a:ext cx="9080009" cy="1242935"/>
      </dsp:txXfrm>
    </dsp:sp>
    <dsp:sp modelId="{C339625D-BD23-46B1-A46D-06FA5DDF0EA2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535C58-6BF0-4AF6-BDCA-D5D0BD254C9B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4A675F3-A9BC-41E7-9CD7-B292EC47D10E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>
              <a:solidFill>
                <a:srgbClr val="0070C0"/>
              </a:solidFill>
            </a:rPr>
            <a:t>Social Implications: </a:t>
          </a:r>
          <a:r>
            <a:rPr lang="en-US" sz="2500" kern="1200">
              <a:solidFill>
                <a:srgbClr val="0070C0"/>
              </a:solidFill>
              <a:latin typeface="Aptos Display" panose="020F0302020204030204"/>
            </a:rPr>
            <a:t>prevents</a:t>
          </a:r>
          <a:r>
            <a:rPr lang="en-US" sz="2500" kern="1200">
              <a:solidFill>
                <a:srgbClr val="0070C0"/>
              </a:solidFill>
            </a:rPr>
            <a:t> automation from worsening unemployment and inequality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diagramLayout" Target="../diagrams/layout3.xml"/><Relationship Id="rId7" Type="http://schemas.openxmlformats.org/officeDocument/2006/relationships/image" Target="../media/image21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4" name="Freeform: Shape 33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5600" b="1">
                <a:latin typeface="Times New Roman"/>
                <a:cs typeface="Times New Roman"/>
              </a:rPr>
              <a:t>The Impact of Automation on Employment: Navigating the Future Workforce</a:t>
            </a:r>
            <a:endParaRPr lang="en-US" sz="5600"/>
          </a:p>
          <a:p>
            <a:endParaRPr lang="en-US" sz="56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515608" cy="1198176"/>
          </a:xfrm>
        </p:spPr>
        <p:txBody>
          <a:bodyPr anchor="ctr">
            <a:normAutofit fontScale="92500" lnSpcReduction="10000"/>
          </a:bodyPr>
          <a:lstStyle/>
          <a:p>
            <a:r>
              <a:rPr lang="en-US" sz="3000" b="1">
                <a:latin typeface="Times New Roman"/>
                <a:cs typeface="Times New Roman"/>
              </a:rPr>
              <a:t>Will automation ultimately lead to increase rather than decrease in job opportunities?</a:t>
            </a:r>
            <a:endParaRPr lang="en-US" sz="3000"/>
          </a:p>
          <a:p>
            <a:br>
              <a:rPr lang="en-US" sz="900"/>
            </a:br>
            <a:endParaRPr lang="en-US" sz="9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Picture 155">
            <a:extLst>
              <a:ext uri="{FF2B5EF4-FFF2-40B4-BE49-F238E27FC236}">
                <a16:creationId xmlns:a16="http://schemas.microsoft.com/office/drawing/2014/main" id="{981AC2E4-EE3E-4524-5062-AEF308AA63C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278" r="9085" b="-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0" name="Rectangle 15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89BD9-AF6B-22FD-2900-4BE0FB7A5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Automation and Employment</a:t>
            </a:r>
            <a:endParaRPr lang="en-US"/>
          </a:p>
        </p:txBody>
      </p:sp>
      <p:graphicFrame>
        <p:nvGraphicFramePr>
          <p:cNvPr id="154" name="Diagram 153">
            <a:extLst>
              <a:ext uri="{FF2B5EF4-FFF2-40B4-BE49-F238E27FC236}">
                <a16:creationId xmlns:a16="http://schemas.microsoft.com/office/drawing/2014/main" id="{F6A1DBDF-0461-8A5A-DAA3-C526BADC67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1714256"/>
              </p:ext>
            </p:extLst>
          </p:nvPr>
        </p:nvGraphicFramePr>
        <p:xfrm>
          <a:off x="76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21" name="Picture 720" descr="A group of orange robots in a warehouse&#10;&#10;AI-generated content may be incorrect.">
            <a:extLst>
              <a:ext uri="{FF2B5EF4-FFF2-40B4-BE49-F238E27FC236}">
                <a16:creationId xmlns:a16="http://schemas.microsoft.com/office/drawing/2014/main" id="{3CFE16B3-913E-0242-6169-25A6393F88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0089" y="568656"/>
            <a:ext cx="2831911" cy="1592240"/>
          </a:xfrm>
          <a:prstGeom prst="rect">
            <a:avLst/>
          </a:prstGeom>
        </p:spPr>
      </p:pic>
      <p:pic>
        <p:nvPicPr>
          <p:cNvPr id="729" name="Picture 728" descr="A robot holding a box&#10;&#10;AI-generated content may be incorrect.">
            <a:extLst>
              <a:ext uri="{FF2B5EF4-FFF2-40B4-BE49-F238E27FC236}">
                <a16:creationId xmlns:a16="http://schemas.microsoft.com/office/drawing/2014/main" id="{3266FA86-10FA-9037-97D2-43BA7666758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8077" y="3029335"/>
            <a:ext cx="2971800" cy="1543050"/>
          </a:xfrm>
          <a:prstGeom prst="rect">
            <a:avLst/>
          </a:prstGeom>
        </p:spPr>
      </p:pic>
      <p:pic>
        <p:nvPicPr>
          <p:cNvPr id="744" name="Picture 743" descr="A signpost with two arrows&#10;&#10;AI-generated content may be incorrect.">
            <a:extLst>
              <a:ext uri="{FF2B5EF4-FFF2-40B4-BE49-F238E27FC236}">
                <a16:creationId xmlns:a16="http://schemas.microsoft.com/office/drawing/2014/main" id="{EF6D66FE-7AD0-E905-4366-436C478930D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2093" t="11436" r="10570" b="26263"/>
          <a:stretch/>
        </p:blipFill>
        <p:spPr>
          <a:xfrm>
            <a:off x="9426025" y="5250532"/>
            <a:ext cx="2694573" cy="1428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847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24B0CA-7728-D275-26F1-8A58FBD7A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1" name="Isosceles Triangle 9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Isosceles Triangle 9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89C90-761D-9B59-9989-6D974FF2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24" y="146553"/>
            <a:ext cx="10266361" cy="1701067"/>
          </a:xfrm>
        </p:spPr>
        <p:txBody>
          <a:bodyPr anchor="ctr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800" b="1">
                <a:latin typeface="Aptos"/>
              </a:rPr>
              <a:t>Arguments for Increased Job Opportunities</a:t>
            </a:r>
            <a:endParaRPr lang="en-US" sz="3800">
              <a:latin typeface="Aptos"/>
            </a:endParaRPr>
          </a:p>
          <a:p>
            <a:endParaRPr lang="en-US" sz="3800"/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57C62C25-B9F1-A146-9FA5-9775524AA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1223996"/>
              </p:ext>
            </p:extLst>
          </p:nvPr>
        </p:nvGraphicFramePr>
        <p:xfrm>
          <a:off x="266096" y="738900"/>
          <a:ext cx="9088941" cy="5711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9" name="Picture 158" descr="Essential Guide to Modern Factory Automation | Smartsheet">
            <a:extLst>
              <a:ext uri="{FF2B5EF4-FFF2-40B4-BE49-F238E27FC236}">
                <a16:creationId xmlns:a16="http://schemas.microsoft.com/office/drawing/2014/main" id="{5BF4BFF8-0B31-61E1-F885-349F29844D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642" y="992322"/>
            <a:ext cx="3773461" cy="228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3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3B0AE6-C628-3FA3-5625-FA459F2D8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K">
                <a:ea typeface="+mj-lt"/>
                <a:cs typeface="+mj-lt"/>
              </a:rPr>
              <a:t>Arguments for decreased Job Opportunities </a:t>
            </a:r>
            <a:endParaRPr lang="en-US" altLang="zh-HK"/>
          </a:p>
        </p:txBody>
      </p:sp>
      <p:sp>
        <p:nvSpPr>
          <p:cNvPr id="6" name="Shape 697">
            <a:extLst>
              <a:ext uri="{FF2B5EF4-FFF2-40B4-BE49-F238E27FC236}">
                <a16:creationId xmlns:a16="http://schemas.microsoft.com/office/drawing/2014/main" id="{EE8BDB91-3577-6E85-FA07-8BBB9455E091}"/>
              </a:ext>
            </a:extLst>
          </p:cNvPr>
          <p:cNvSpPr/>
          <p:nvPr/>
        </p:nvSpPr>
        <p:spPr>
          <a:xfrm>
            <a:off x="858793" y="1509683"/>
            <a:ext cx="899242" cy="899244"/>
          </a:xfrm>
          <a:prstGeom prst="ellipse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68579" tIns="68579" rIns="68579" bIns="68579" numCol="1" anchor="ctr">
            <a:noAutofit/>
          </a:bodyPr>
          <a:lstStyle/>
          <a:p>
            <a:pPr algn="ctr">
              <a:lnSpc>
                <a:spcPct val="150000"/>
              </a:lnSpc>
              <a:defRPr>
                <a:solidFill>
                  <a:srgbClr val="47739E"/>
                </a:solidFill>
              </a:defRPr>
            </a:pPr>
            <a:endParaRPr sz="2400">
              <a:latin typeface="Lato" panose="020F0502020204030203" pitchFamily="34" charset="77"/>
            </a:endParaRP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5A964400-38DA-C904-21AE-5261C688B3BA}"/>
              </a:ext>
            </a:extLst>
          </p:cNvPr>
          <p:cNvGrpSpPr/>
          <p:nvPr/>
        </p:nvGrpSpPr>
        <p:grpSpPr>
          <a:xfrm>
            <a:off x="1919652" y="1448716"/>
            <a:ext cx="3658549" cy="1820495"/>
            <a:chOff x="2063519" y="4867669"/>
            <a:chExt cx="3573720" cy="1778285"/>
          </a:xfrm>
        </p:grpSpPr>
        <p:sp>
          <p:nvSpPr>
            <p:cNvPr id="8" name="TextBox 17">
              <a:extLst>
                <a:ext uri="{FF2B5EF4-FFF2-40B4-BE49-F238E27FC236}">
                  <a16:creationId xmlns:a16="http://schemas.microsoft.com/office/drawing/2014/main" id="{3B7B1A9E-D379-6D6B-328F-946D48464A59}"/>
                </a:ext>
              </a:extLst>
            </p:cNvPr>
            <p:cNvSpPr txBox="1"/>
            <p:nvPr/>
          </p:nvSpPr>
          <p:spPr>
            <a:xfrm>
              <a:off x="2063519" y="4867669"/>
              <a:ext cx="1845289" cy="4163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b="1" spc="45"/>
                <a:t>Political</a:t>
              </a:r>
            </a:p>
          </p:txBody>
        </p:sp>
        <p:sp>
          <p:nvSpPr>
            <p:cNvPr id="9" name="TextBox 18">
              <a:extLst>
                <a:ext uri="{FF2B5EF4-FFF2-40B4-BE49-F238E27FC236}">
                  <a16:creationId xmlns:a16="http://schemas.microsoft.com/office/drawing/2014/main" id="{B20BF790-B235-D6A8-EC1F-D8AB8693C3AD}"/>
                </a:ext>
              </a:extLst>
            </p:cNvPr>
            <p:cNvSpPr txBox="1"/>
            <p:nvPr/>
          </p:nvSpPr>
          <p:spPr>
            <a:xfrm>
              <a:off x="2072942" y="5147323"/>
              <a:ext cx="3564297" cy="149863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1600"/>
                <a:t>Lack of government intervention </a:t>
              </a:r>
              <a:endParaRPr lang="en-US"/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1600">
                  <a:latin typeface="Aptos"/>
                  <a:ea typeface="Calibri"/>
                  <a:cs typeface="Calibri"/>
                </a:rPr>
                <a:t>Insufficient labor protection policies </a:t>
              </a:r>
              <a:endParaRPr lang="en-US" sz="1600">
                <a:latin typeface="Aptos"/>
              </a:endParaRPr>
            </a:p>
            <a:p>
              <a:pPr>
                <a:lnSpc>
                  <a:spcPct val="150000"/>
                </a:lnSpc>
              </a:pPr>
              <a:endParaRPr lang="en-US" sz="1600"/>
            </a:p>
            <a:p>
              <a:pPr>
                <a:lnSpc>
                  <a:spcPct val="150000"/>
                </a:lnSpc>
              </a:pPr>
              <a:endParaRPr lang="en-US" sz="1600"/>
            </a:p>
          </p:txBody>
        </p:sp>
      </p:grpSp>
      <p:sp>
        <p:nvSpPr>
          <p:cNvPr id="10" name="Shape 704">
            <a:extLst>
              <a:ext uri="{FF2B5EF4-FFF2-40B4-BE49-F238E27FC236}">
                <a16:creationId xmlns:a16="http://schemas.microsoft.com/office/drawing/2014/main" id="{5B1661EC-8A90-854F-72F6-E5F843C777F8}"/>
              </a:ext>
            </a:extLst>
          </p:cNvPr>
          <p:cNvSpPr/>
          <p:nvPr/>
        </p:nvSpPr>
        <p:spPr>
          <a:xfrm>
            <a:off x="888706" y="4570033"/>
            <a:ext cx="899242" cy="899244"/>
          </a:xfrm>
          <a:prstGeom prst="ellipse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68579" tIns="68579" rIns="68579" bIns="68579" numCol="1" anchor="ctr">
            <a:noAutofit/>
          </a:bodyPr>
          <a:lstStyle/>
          <a:p>
            <a:pPr algn="ctr">
              <a:lnSpc>
                <a:spcPct val="150000"/>
              </a:lnSpc>
              <a:defRPr>
                <a:solidFill>
                  <a:srgbClr val="47739E"/>
                </a:solidFill>
              </a:defRPr>
            </a:pPr>
            <a:endParaRPr sz="2400">
              <a:latin typeface="Lato" panose="020F0502020204030203" pitchFamily="34" charset="77"/>
            </a:endParaRPr>
          </a:p>
        </p:txBody>
      </p:sp>
      <p:grpSp>
        <p:nvGrpSpPr>
          <p:cNvPr id="11" name="Group 22">
            <a:extLst>
              <a:ext uri="{FF2B5EF4-FFF2-40B4-BE49-F238E27FC236}">
                <a16:creationId xmlns:a16="http://schemas.microsoft.com/office/drawing/2014/main" id="{7C5F5709-2FCD-69CA-81DE-6E6C09D8C333}"/>
              </a:ext>
            </a:extLst>
          </p:cNvPr>
          <p:cNvGrpSpPr/>
          <p:nvPr/>
        </p:nvGrpSpPr>
        <p:grpSpPr>
          <a:xfrm>
            <a:off x="1898464" y="4484093"/>
            <a:ext cx="2955383" cy="1081834"/>
            <a:chOff x="2044676" y="4867669"/>
            <a:chExt cx="2886858" cy="1056748"/>
          </a:xfrm>
        </p:grpSpPr>
        <p:sp>
          <p:nvSpPr>
            <p:cNvPr id="12" name="TextBox 24">
              <a:extLst>
                <a:ext uri="{FF2B5EF4-FFF2-40B4-BE49-F238E27FC236}">
                  <a16:creationId xmlns:a16="http://schemas.microsoft.com/office/drawing/2014/main" id="{E0F171FE-FEAC-E688-70E6-9821E7B35CD0}"/>
                </a:ext>
              </a:extLst>
            </p:cNvPr>
            <p:cNvSpPr txBox="1"/>
            <p:nvPr/>
          </p:nvSpPr>
          <p:spPr>
            <a:xfrm>
              <a:off x="2063519" y="4867669"/>
              <a:ext cx="1845289" cy="416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b="1" spc="45"/>
                <a:t>Social</a:t>
              </a:r>
            </a:p>
          </p:txBody>
        </p:sp>
        <p:sp>
          <p:nvSpPr>
            <p:cNvPr id="13" name="TextBox 25">
              <a:extLst>
                <a:ext uri="{FF2B5EF4-FFF2-40B4-BE49-F238E27FC236}">
                  <a16:creationId xmlns:a16="http://schemas.microsoft.com/office/drawing/2014/main" id="{1D1ABC99-4D0F-8EFA-3DDC-AF2C790ABD6E}"/>
                </a:ext>
              </a:extLst>
            </p:cNvPr>
            <p:cNvSpPr txBox="1"/>
            <p:nvPr/>
          </p:nvSpPr>
          <p:spPr>
            <a:xfrm>
              <a:off x="2044676" y="5147325"/>
              <a:ext cx="2886858" cy="77709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endParaRPr lang="en-US" sz="1600"/>
            </a:p>
            <a:p>
              <a:pPr>
                <a:lnSpc>
                  <a:spcPct val="150000"/>
                </a:lnSpc>
              </a:pPr>
              <a:endParaRPr lang="en-US" sz="1600"/>
            </a:p>
          </p:txBody>
        </p:sp>
      </p:grpSp>
      <p:sp>
        <p:nvSpPr>
          <p:cNvPr id="14" name="Shape 704">
            <a:extLst>
              <a:ext uri="{FF2B5EF4-FFF2-40B4-BE49-F238E27FC236}">
                <a16:creationId xmlns:a16="http://schemas.microsoft.com/office/drawing/2014/main" id="{7FDDD442-0964-75BB-CF3A-79898E0F05CD}"/>
              </a:ext>
            </a:extLst>
          </p:cNvPr>
          <p:cNvSpPr/>
          <p:nvPr/>
        </p:nvSpPr>
        <p:spPr>
          <a:xfrm>
            <a:off x="870546" y="3054360"/>
            <a:ext cx="899242" cy="899244"/>
          </a:xfrm>
          <a:prstGeom prst="ellipse">
            <a:avLst/>
          </a:prstGeom>
          <a:solidFill>
            <a:schemeClr val="accent2"/>
          </a:solidFill>
          <a:ln w="12700" cap="flat">
            <a:noFill/>
            <a:miter lim="400000"/>
          </a:ln>
          <a:effectLst/>
        </p:spPr>
        <p:txBody>
          <a:bodyPr wrap="square" lIns="68579" tIns="68579" rIns="68579" bIns="68579" numCol="1" anchor="ctr">
            <a:noAutofit/>
          </a:bodyPr>
          <a:lstStyle/>
          <a:p>
            <a:pPr algn="ctr">
              <a:lnSpc>
                <a:spcPct val="150000"/>
              </a:lnSpc>
              <a:defRPr>
                <a:solidFill>
                  <a:srgbClr val="47739E"/>
                </a:solidFill>
              </a:defRPr>
            </a:pPr>
            <a:endParaRPr sz="2400">
              <a:latin typeface="Lato" panose="020F0502020204030203" pitchFamily="34" charset="77"/>
            </a:endParaRPr>
          </a:p>
        </p:txBody>
      </p:sp>
      <p:grpSp>
        <p:nvGrpSpPr>
          <p:cNvPr id="15" name="Group 28">
            <a:extLst>
              <a:ext uri="{FF2B5EF4-FFF2-40B4-BE49-F238E27FC236}">
                <a16:creationId xmlns:a16="http://schemas.microsoft.com/office/drawing/2014/main" id="{ADFD7EAD-75FE-A98B-9C38-A64D6D2086EA}"/>
              </a:ext>
            </a:extLst>
          </p:cNvPr>
          <p:cNvGrpSpPr/>
          <p:nvPr/>
        </p:nvGrpSpPr>
        <p:grpSpPr>
          <a:xfrm>
            <a:off x="1926744" y="2725665"/>
            <a:ext cx="4209308" cy="1363512"/>
            <a:chOff x="2063519" y="4867669"/>
            <a:chExt cx="4111709" cy="1331895"/>
          </a:xfrm>
        </p:grpSpPr>
        <p:sp>
          <p:nvSpPr>
            <p:cNvPr id="16" name="TextBox 30">
              <a:extLst>
                <a:ext uri="{FF2B5EF4-FFF2-40B4-BE49-F238E27FC236}">
                  <a16:creationId xmlns:a16="http://schemas.microsoft.com/office/drawing/2014/main" id="{DA62ACED-43C7-5564-666D-FB81C3A501AB}"/>
                </a:ext>
              </a:extLst>
            </p:cNvPr>
            <p:cNvSpPr txBox="1"/>
            <p:nvPr/>
          </p:nvSpPr>
          <p:spPr>
            <a:xfrm>
              <a:off x="2063519" y="4867669"/>
              <a:ext cx="1845289" cy="416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b="1" spc="45"/>
                <a:t>Economic</a:t>
              </a:r>
            </a:p>
          </p:txBody>
        </p:sp>
        <p:sp>
          <p:nvSpPr>
            <p:cNvPr id="17" name="TextBox 31">
              <a:extLst>
                <a:ext uri="{FF2B5EF4-FFF2-40B4-BE49-F238E27FC236}">
                  <a16:creationId xmlns:a16="http://schemas.microsoft.com/office/drawing/2014/main" id="{4F865B80-65E1-958C-47CF-B35C479C7425}"/>
                </a:ext>
              </a:extLst>
            </p:cNvPr>
            <p:cNvSpPr txBox="1"/>
            <p:nvPr/>
          </p:nvSpPr>
          <p:spPr>
            <a:xfrm>
              <a:off x="2063520" y="5147325"/>
              <a:ext cx="4111708" cy="1052239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1600"/>
                <a:t>Job displacement in routine and middle-skill roles </a:t>
              </a:r>
              <a:endParaRPr lang="en-US"/>
            </a:p>
            <a:p>
              <a:pPr marL="285750" indent="-285750">
                <a:buFont typeface="Arial"/>
                <a:buChar char="•"/>
              </a:pPr>
              <a:r>
                <a:rPr lang="en-US" sz="1600">
                  <a:latin typeface="Aptos"/>
                  <a:ea typeface="Calibri"/>
                  <a:cs typeface="Calibri"/>
                </a:rPr>
                <a:t>Economic polarization </a:t>
              </a:r>
            </a:p>
          </p:txBody>
        </p:sp>
      </p:grpSp>
      <p:sp>
        <p:nvSpPr>
          <p:cNvPr id="18" name="Shape 697">
            <a:extLst>
              <a:ext uri="{FF2B5EF4-FFF2-40B4-BE49-F238E27FC236}">
                <a16:creationId xmlns:a16="http://schemas.microsoft.com/office/drawing/2014/main" id="{3BEB6524-C0B1-96D5-BB63-8F6B11BDA058}"/>
              </a:ext>
            </a:extLst>
          </p:cNvPr>
          <p:cNvSpPr/>
          <p:nvPr/>
        </p:nvSpPr>
        <p:spPr>
          <a:xfrm>
            <a:off x="6065342" y="1547019"/>
            <a:ext cx="899242" cy="899244"/>
          </a:xfrm>
          <a:prstGeom prst="ellipse">
            <a:avLst/>
          </a:prstGeom>
          <a:solidFill>
            <a:schemeClr val="accent4"/>
          </a:solidFill>
          <a:ln w="12700" cap="flat">
            <a:noFill/>
            <a:miter lim="400000"/>
          </a:ln>
          <a:effectLst/>
        </p:spPr>
        <p:txBody>
          <a:bodyPr wrap="square" lIns="68579" tIns="68579" rIns="68579" bIns="68579" numCol="1" anchor="ctr">
            <a:noAutofit/>
          </a:bodyPr>
          <a:lstStyle/>
          <a:p>
            <a:pPr algn="ctr">
              <a:lnSpc>
                <a:spcPct val="150000"/>
              </a:lnSpc>
              <a:defRPr>
                <a:solidFill>
                  <a:srgbClr val="47739E"/>
                </a:solidFill>
              </a:defRPr>
            </a:pPr>
            <a:endParaRPr sz="2400">
              <a:latin typeface="Lato" panose="020F0502020204030203" pitchFamily="34" charset="77"/>
            </a:endParaRPr>
          </a:p>
        </p:txBody>
      </p:sp>
      <p:grpSp>
        <p:nvGrpSpPr>
          <p:cNvPr id="19" name="Group 34">
            <a:extLst>
              <a:ext uri="{FF2B5EF4-FFF2-40B4-BE49-F238E27FC236}">
                <a16:creationId xmlns:a16="http://schemas.microsoft.com/office/drawing/2014/main" id="{0C0EDA64-D227-F938-3F49-C1A03881B986}"/>
              </a:ext>
            </a:extLst>
          </p:cNvPr>
          <p:cNvGrpSpPr/>
          <p:nvPr/>
        </p:nvGrpSpPr>
        <p:grpSpPr>
          <a:xfrm>
            <a:off x="7126201" y="1486063"/>
            <a:ext cx="4217993" cy="1820499"/>
            <a:chOff x="2063519" y="4867669"/>
            <a:chExt cx="4120193" cy="1778285"/>
          </a:xfrm>
        </p:grpSpPr>
        <p:sp>
          <p:nvSpPr>
            <p:cNvPr id="20" name="TextBox 37">
              <a:extLst>
                <a:ext uri="{FF2B5EF4-FFF2-40B4-BE49-F238E27FC236}">
                  <a16:creationId xmlns:a16="http://schemas.microsoft.com/office/drawing/2014/main" id="{86FBB54A-F647-0FEC-3283-CCA3E1D22202}"/>
                </a:ext>
              </a:extLst>
            </p:cNvPr>
            <p:cNvSpPr txBox="1"/>
            <p:nvPr/>
          </p:nvSpPr>
          <p:spPr>
            <a:xfrm>
              <a:off x="2063519" y="4867669"/>
              <a:ext cx="1845289" cy="416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1600" b="1" spc="45"/>
                <a:t>Technological</a:t>
              </a:r>
            </a:p>
          </p:txBody>
        </p:sp>
        <p:sp>
          <p:nvSpPr>
            <p:cNvPr id="21" name="TextBox 38">
              <a:extLst>
                <a:ext uri="{FF2B5EF4-FFF2-40B4-BE49-F238E27FC236}">
                  <a16:creationId xmlns:a16="http://schemas.microsoft.com/office/drawing/2014/main" id="{16E443E8-3B59-2329-46B3-A8B414BEDA47}"/>
                </a:ext>
              </a:extLst>
            </p:cNvPr>
            <p:cNvSpPr txBox="1"/>
            <p:nvPr/>
          </p:nvSpPr>
          <p:spPr>
            <a:xfrm>
              <a:off x="2063520" y="5147327"/>
              <a:ext cx="4120192" cy="149862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1600"/>
                <a:t>Rapid advancements in AI </a:t>
              </a:r>
              <a:endParaRPr lang="en-US" sz="1600">
                <a:latin typeface="Aptos"/>
                <a:ea typeface="Calibri"/>
                <a:cs typeface="Calibri"/>
              </a:endParaRPr>
            </a:p>
            <a:p>
              <a:pPr marL="285750" indent="-285750">
                <a:lnSpc>
                  <a:spcPct val="150000"/>
                </a:lnSpc>
                <a:buFont typeface="Arial"/>
                <a:buChar char="•"/>
              </a:pPr>
              <a:r>
                <a:rPr lang="en-US" sz="1600">
                  <a:latin typeface="Aptos"/>
                  <a:ea typeface="Calibri"/>
                  <a:cs typeface="Calibri"/>
                </a:rPr>
                <a:t>Companies favor candidates with specialized technical skills</a:t>
              </a:r>
              <a:endParaRPr lang="en-US" sz="1600">
                <a:ea typeface="Calibri"/>
                <a:cs typeface="Calibri"/>
              </a:endParaRPr>
            </a:p>
            <a:p>
              <a:pPr>
                <a:lnSpc>
                  <a:spcPct val="150000"/>
                </a:lnSpc>
              </a:pPr>
              <a:endParaRPr lang="en-US" sz="1600"/>
            </a:p>
          </p:txBody>
        </p:sp>
      </p:grpSp>
      <p:pic>
        <p:nvPicPr>
          <p:cNvPr id="22" name="Graphic 45" descr="Bar graph with upward trend with solid fill">
            <a:extLst>
              <a:ext uri="{FF2B5EF4-FFF2-40B4-BE49-F238E27FC236}">
                <a16:creationId xmlns:a16="http://schemas.microsoft.com/office/drawing/2014/main" id="{19BE76F6-FAB7-4CCD-0463-A2CAF4ADE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567" y="3275382"/>
            <a:ext cx="457200" cy="457200"/>
          </a:xfrm>
          <a:prstGeom prst="rect">
            <a:avLst/>
          </a:prstGeom>
        </p:spPr>
      </p:pic>
      <p:pic>
        <p:nvPicPr>
          <p:cNvPr id="23" name="Graphic 46" descr="Binary with solid fill">
            <a:extLst>
              <a:ext uri="{FF2B5EF4-FFF2-40B4-BE49-F238E27FC236}">
                <a16:creationId xmlns:a16="http://schemas.microsoft.com/office/drawing/2014/main" id="{59A53150-B315-7E36-C597-7498164A40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6363" y="1768041"/>
            <a:ext cx="457200" cy="457200"/>
          </a:xfrm>
          <a:prstGeom prst="rect">
            <a:avLst/>
          </a:prstGeom>
        </p:spPr>
      </p:pic>
      <p:pic>
        <p:nvPicPr>
          <p:cNvPr id="24" name="Graphic 47" descr="Network with solid fill">
            <a:extLst>
              <a:ext uri="{FF2B5EF4-FFF2-40B4-BE49-F238E27FC236}">
                <a16:creationId xmlns:a16="http://schemas.microsoft.com/office/drawing/2014/main" id="{0F68522D-1B3B-6CA1-0DCC-9F10060EAB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09727" y="4791055"/>
            <a:ext cx="457200" cy="457200"/>
          </a:xfrm>
          <a:prstGeom prst="rect">
            <a:avLst/>
          </a:prstGeom>
        </p:spPr>
      </p:pic>
      <p:pic>
        <p:nvPicPr>
          <p:cNvPr id="25" name="Graphic 48" descr="Bank with solid fill">
            <a:extLst>
              <a:ext uri="{FF2B5EF4-FFF2-40B4-BE49-F238E27FC236}">
                <a16:creationId xmlns:a16="http://schemas.microsoft.com/office/drawing/2014/main" id="{059F4C7D-6AA3-1BAA-00E9-ACC4F5D303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9814" y="1730705"/>
            <a:ext cx="457200" cy="457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17EA4475-913D-8801-F8EA-8B710B36ABCE}"/>
              </a:ext>
            </a:extLst>
          </p:cNvPr>
          <p:cNvSpPr txBox="1"/>
          <p:nvPr/>
        </p:nvSpPr>
        <p:spPr>
          <a:xfrm>
            <a:off x="2007353" y="4993053"/>
            <a:ext cx="333157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>
                <a:latin typeface="Aptos"/>
              </a:rPr>
              <a:t>Women disproportionately 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>
                <a:latin typeface="Aptos"/>
                <a:ea typeface="Calibri"/>
                <a:cs typeface="Calibri"/>
              </a:rPr>
              <a:t>Decline in social mobility</a:t>
            </a:r>
          </a:p>
          <a:p>
            <a:endParaRPr lang="en-US" sz="1600">
              <a:latin typeface="Aptos"/>
              <a:ea typeface="Calibri"/>
              <a:cs typeface="Calibri"/>
            </a:endParaRPr>
          </a:p>
          <a:p>
            <a:endParaRPr lang="en-US" sz="1200">
              <a:latin typeface="Calibri"/>
              <a:ea typeface="Calibri"/>
              <a:cs typeface="Calibri"/>
            </a:endParaRPr>
          </a:p>
        </p:txBody>
      </p:sp>
      <p:pic>
        <p:nvPicPr>
          <p:cNvPr id="27" name="Picture 26" descr="automate or hire? The Great Resignation Debate">
            <a:extLst>
              <a:ext uri="{FF2B5EF4-FFF2-40B4-BE49-F238E27FC236}">
                <a16:creationId xmlns:a16="http://schemas.microsoft.com/office/drawing/2014/main" id="{EC39C927-EA9A-4ABE-0AC9-77DF5DBEA0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67928" y="3051747"/>
            <a:ext cx="3315324" cy="322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2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7485E1-6428-7ED4-B6CD-05D483FFD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B8EC81-0C41-DBA5-F275-8487DC475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3700">
                <a:ea typeface="+mj-lt"/>
                <a:cs typeface="+mj-lt"/>
              </a:rPr>
              <a:t>Personal Position on Automation and Employment</a:t>
            </a:r>
            <a:endParaRPr lang="en-US" sz="3700"/>
          </a:p>
          <a:p>
            <a:endParaRPr lang="en-US" sz="370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96A28EBB-89B8-AD7F-28E8-1863D066C7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2826888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8" name="Picture 217" descr="Automation and Self Service for Hybrid Work">
            <a:extLst>
              <a:ext uri="{FF2B5EF4-FFF2-40B4-BE49-F238E27FC236}">
                <a16:creationId xmlns:a16="http://schemas.microsoft.com/office/drawing/2014/main" id="{2D54AE97-4967-FCA7-A5D1-2D66696FEB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7216" y="4766325"/>
            <a:ext cx="2743199" cy="1924129"/>
          </a:xfrm>
          <a:prstGeom prst="rect">
            <a:avLst/>
          </a:prstGeom>
        </p:spPr>
      </p:pic>
      <p:pic>
        <p:nvPicPr>
          <p:cNvPr id="240" name="Picture 239" descr="How the power of continuous innovation is stimulating growth, Retail News,  ET Retail">
            <a:extLst>
              <a:ext uri="{FF2B5EF4-FFF2-40B4-BE49-F238E27FC236}">
                <a16:creationId xmlns:a16="http://schemas.microsoft.com/office/drawing/2014/main" id="{28E03BC4-BB13-B453-E0F5-14A941DC56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800" y="1272486"/>
            <a:ext cx="2743200" cy="183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56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319B78-C71B-D1E6-B506-1482AAC8D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75">
            <a:extLst>
              <a:ext uri="{FF2B5EF4-FFF2-40B4-BE49-F238E27FC236}">
                <a16:creationId xmlns:a16="http://schemas.microsoft.com/office/drawing/2014/main" id="{2E72088B-CF3A-4EAE-D5BF-9DF92A5D61B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541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48537F-8EB5-EA7A-E078-33CB88FCB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>
              <a:spcBef>
                <a:spcPts val="1000"/>
              </a:spcBef>
            </a:pPr>
            <a:r>
              <a:rPr lang="en-US">
                <a:ea typeface="+mj-lt"/>
                <a:cs typeface="+mj-lt"/>
              </a:rPr>
              <a:t>Conclusion </a:t>
            </a:r>
            <a:endParaRPr lang="en-US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729BEE8D-D5D2-316A-B129-9BDDB6B74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50353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6271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331</Words>
  <Application>Microsoft Office PowerPoint</Application>
  <PresentationFormat>寬螢幕</PresentationFormat>
  <Paragraphs>42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Lato</vt:lpstr>
      <vt:lpstr>Times New Roman</vt:lpstr>
      <vt:lpstr>office theme</vt:lpstr>
      <vt:lpstr>The Impact of Automation on Employment: Navigating the Future Workforce </vt:lpstr>
      <vt:lpstr>Automation and Employment</vt:lpstr>
      <vt:lpstr>Arguments for Increased Job Opportunities </vt:lpstr>
      <vt:lpstr>Arguments for decreased Job Opportunities </vt:lpstr>
      <vt:lpstr>Personal Position on Automation and Employment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HO Po Wa</cp:lastModifiedBy>
  <cp:revision>1</cp:revision>
  <dcterms:created xsi:type="dcterms:W3CDTF">2025-04-21T16:09:02Z</dcterms:created>
  <dcterms:modified xsi:type="dcterms:W3CDTF">2025-04-23T13:09:09Z</dcterms:modified>
</cp:coreProperties>
</file>